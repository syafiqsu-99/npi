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9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C8B4A-30B3-3B12-0AA7-D4D106CAC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9E539C-9C9C-D673-B088-A18A4B229B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72DAC-2634-9B03-B2A2-0CD19F2F4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A476-D76E-496D-B23D-704B1ACBE407}" type="datetimeFigureOut">
              <a:rPr lang="en-MY" smtClean="0"/>
              <a:t>24/11/2025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C85F3-EDC5-FB73-D883-5F4D6222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EC2EA-F804-6C18-D898-35AB91FB1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465A-16F3-418E-AE14-6F015CD237A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57891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E6360-3245-C243-E034-08BA1DE6D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DCCE5-6ED2-24EF-F14A-1FD9A0D4B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0E5EC-5CFA-F3C0-76A1-CFA34AF79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A476-D76E-496D-B23D-704B1ACBE407}" type="datetimeFigureOut">
              <a:rPr lang="en-MY" smtClean="0"/>
              <a:t>24/11/2025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FDF50-739C-2A47-DA1E-8EAA05E5B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99C56-1254-A71B-542E-5C12DD0D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465A-16F3-418E-AE14-6F015CD237A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90791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DC5BD-AEFE-BF6D-B880-5E9DE8D04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D1E2D-A78B-FF65-B90C-D22B04048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4C7A7-DC3B-4261-7F4D-26BE2E8CA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A476-D76E-496D-B23D-704B1ACBE407}" type="datetimeFigureOut">
              <a:rPr lang="en-MY" smtClean="0"/>
              <a:t>24/11/2025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4929D-9E63-7327-322E-989BA05AA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F5969-7A13-7819-D96F-0E6AA9B93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465A-16F3-418E-AE14-6F015CD237A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87287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9D569-14A4-33E6-DC5A-35DB7EC25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BFC06-FE64-09EA-B370-F684A93A9C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EAD85A-DD6F-1520-BE57-48098624B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D2C09A-DEEC-E868-3FF6-CDAEB5C2D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A476-D76E-496D-B23D-704B1ACBE407}" type="datetimeFigureOut">
              <a:rPr lang="en-MY" smtClean="0"/>
              <a:t>24/11/2025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8C08E-DC29-1499-6C2D-0F7A70920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F20B4-92BA-D785-5752-2C9EFCC7D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465A-16F3-418E-AE14-6F015CD237A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96853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D8605-4358-04A2-76C4-AED5703AB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CA5D0-13B8-240B-260B-04496D9BC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14F419-CA44-5235-DBC2-D1EBB97C8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6D43E4-BCAD-E4B7-3ECB-48EFA5360D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8D293F-132F-EFE3-AB80-588C049FF3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25B802-4F46-AE46-ED7A-BB2BD5D6E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A476-D76E-496D-B23D-704B1ACBE407}" type="datetimeFigureOut">
              <a:rPr lang="en-MY" smtClean="0"/>
              <a:t>24/11/2025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712F35-6E74-0712-4FC3-B87A46778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881DE7-9906-BD7E-A017-02D3388E7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465A-16F3-418E-AE14-6F015CD237A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43921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450C0-5B53-3258-B75E-A54E33D4D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CCAC7C-5088-0626-2C41-6A2ECD932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A476-D76E-496D-B23D-704B1ACBE407}" type="datetimeFigureOut">
              <a:rPr lang="en-MY" smtClean="0"/>
              <a:t>24/11/2025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E54FFF-A1AE-D149-60F7-DE761C179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C80A24-F25A-816B-C5C7-7F45F196F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465A-16F3-418E-AE14-6F015CD237A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0024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9252C0-92AD-998A-636B-1013269F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A476-D76E-496D-B23D-704B1ACBE407}" type="datetimeFigureOut">
              <a:rPr lang="en-MY" smtClean="0"/>
              <a:t>24/11/2025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0960F3-9263-1646-A828-3610C4F88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00E00-A2B0-EE7A-1FFC-ED5C57CA9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465A-16F3-418E-AE14-6F015CD237A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3954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12BCA-57EA-C923-BE92-396A52F15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7967B-78BF-46F5-E11B-702732A6A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5EADF2-6819-E899-AB80-4D264D1609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4E3530-18FE-85CD-3F79-7CFF762D9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A476-D76E-496D-B23D-704B1ACBE407}" type="datetimeFigureOut">
              <a:rPr lang="en-MY" smtClean="0"/>
              <a:t>24/11/2025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25B4CE-C122-680F-8B65-E97C11613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4A4B7-F4C2-B149-34F7-64E09B571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465A-16F3-418E-AE14-6F015CD237A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05396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05C85-1B03-BEC0-4AD1-C67CF3E9C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FA9AB8-8DB4-3927-A297-DEDABCAC61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B6601A-942B-3092-497A-0958576A30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75C40B-79C5-5CF9-AC10-9EC401731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A476-D76E-496D-B23D-704B1ACBE407}" type="datetimeFigureOut">
              <a:rPr lang="en-MY" smtClean="0"/>
              <a:t>24/11/2025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99377-6619-F5F0-712E-1FCB5CBBA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001218-6BE3-39B6-51B9-5FD1784E2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465A-16F3-418E-AE14-6F015CD237A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00131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0077E-C0F7-0A8C-8FC3-FB38CAF84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65955-B458-B9E7-9150-41AE8D606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730DC-1874-58C0-44D4-1538FDB5A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A476-D76E-496D-B23D-704B1ACBE407}" type="datetimeFigureOut">
              <a:rPr lang="en-MY" smtClean="0"/>
              <a:t>24/11/2025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883B4-E92D-1D59-50C5-5FDB0D906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A7754-FB21-5302-A6CB-E177D0B1B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465A-16F3-418E-AE14-6F015CD237A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00216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847742-F1E6-A1FC-8D8E-DCFDA0C555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DC5D8-E757-4DEC-CD0F-FA26DDC06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EAD49-3247-C9CB-6032-AEE3D907B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A476-D76E-496D-B23D-704B1ACBE407}" type="datetimeFigureOut">
              <a:rPr lang="en-MY" smtClean="0"/>
              <a:t>24/11/2025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6050B-72E9-CBB0-FA46-3E9372C43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B30FB-F4C6-CEAD-6D49-EFC31AE7E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465A-16F3-418E-AE14-6F015CD237A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982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A5FDC8-AD5D-F525-3CD3-BEE9AA239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CA3EB-CB96-9A77-3081-2EE859436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EE0FB-C5FD-3EBD-7273-6B7206266A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8A476-D76E-496D-B23D-704B1ACBE407}" type="datetimeFigureOut">
              <a:rPr lang="en-MY" smtClean="0"/>
              <a:t>24/11/2025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3BBE3-7B22-7EE4-CF77-9DF864F003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DA62F-F2B2-4CF4-F3CA-CCF8F7EB8F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A465A-16F3-418E-AE14-6F015CD237A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36060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4FE668-82A2-9228-25B8-56EB662A923E}"/>
              </a:ext>
            </a:extLst>
          </p:cNvPr>
          <p:cNvSpPr/>
          <p:nvPr/>
        </p:nvSpPr>
        <p:spPr>
          <a:xfrm>
            <a:off x="1211766" y="189570"/>
            <a:ext cx="9768468" cy="4683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NPI PROJECT MANAGEMENT FRAMEWORK</a:t>
            </a:r>
            <a:endParaRPr lang="en-MY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032321-497E-6F5B-43A1-62AB75056C48}"/>
              </a:ext>
            </a:extLst>
          </p:cNvPr>
          <p:cNvSpPr/>
          <p:nvPr/>
        </p:nvSpPr>
        <p:spPr>
          <a:xfrm>
            <a:off x="446049" y="1081668"/>
            <a:ext cx="2932771" cy="165038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Overview</a:t>
            </a:r>
          </a:p>
          <a:p>
            <a:pPr marL="342900" indent="-342900">
              <a:buAutoNum type="arabicPeriod"/>
            </a:pPr>
            <a:r>
              <a:rPr lang="en-US" dirty="0"/>
              <a:t>Frontend : Vue + </a:t>
            </a:r>
            <a:r>
              <a:rPr lang="en-US" dirty="0" err="1"/>
              <a:t>Vuetify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Backend : ASP.NET Core</a:t>
            </a:r>
          </a:p>
          <a:p>
            <a:pPr marL="342900" indent="-342900">
              <a:buAutoNum type="arabicPeriod"/>
            </a:pPr>
            <a:r>
              <a:rPr lang="en-US" dirty="0"/>
              <a:t>Database: SQL Server</a:t>
            </a:r>
          </a:p>
          <a:p>
            <a:pPr marL="342900" indent="-342900">
              <a:buAutoNum type="arabicPeriod"/>
            </a:pPr>
            <a:r>
              <a:rPr lang="en-US" dirty="0"/>
              <a:t>Hosting: IIS Deployment</a:t>
            </a:r>
          </a:p>
          <a:p>
            <a:pPr marL="342900" indent="-342900">
              <a:buAutoNum type="arabicPeriod"/>
            </a:pPr>
            <a:endParaRPr lang="en-MY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79037B-5FEA-076C-AB8A-F18C64A9D768}"/>
              </a:ext>
            </a:extLst>
          </p:cNvPr>
          <p:cNvSpPr/>
          <p:nvPr/>
        </p:nvSpPr>
        <p:spPr>
          <a:xfrm>
            <a:off x="446049" y="3010829"/>
            <a:ext cx="2932771" cy="14050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Structured SQL Storage</a:t>
            </a:r>
          </a:p>
          <a:p>
            <a:pPr marL="342900" indent="-342900">
              <a:buAutoNum type="arabicPeriod"/>
            </a:pPr>
            <a:r>
              <a:rPr lang="en-MY" dirty="0"/>
              <a:t>Sales Enquiry Form</a:t>
            </a:r>
          </a:p>
          <a:p>
            <a:pPr marL="342900" indent="-342900">
              <a:buAutoNum type="arabicPeriod"/>
            </a:pPr>
            <a:r>
              <a:rPr lang="en-MY" dirty="0"/>
              <a:t>Trial Sample Verification</a:t>
            </a:r>
          </a:p>
          <a:p>
            <a:pPr marL="342900" indent="-342900">
              <a:buAutoNum type="arabicPeriod"/>
            </a:pPr>
            <a:r>
              <a:rPr lang="en-MY" dirty="0"/>
              <a:t>FAI</a:t>
            </a:r>
          </a:p>
          <a:p>
            <a:pPr marL="342900" indent="-342900">
              <a:buAutoNum type="arabicPeriod"/>
            </a:pPr>
            <a:r>
              <a:rPr lang="en-MY" dirty="0"/>
              <a:t>Others . . 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1F954C-64DC-C101-54CC-91653E3D7F08}"/>
              </a:ext>
            </a:extLst>
          </p:cNvPr>
          <p:cNvSpPr/>
          <p:nvPr/>
        </p:nvSpPr>
        <p:spPr>
          <a:xfrm>
            <a:off x="431180" y="4505092"/>
            <a:ext cx="2932771" cy="17618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File Path Storage</a:t>
            </a:r>
          </a:p>
          <a:p>
            <a:pPr marL="342900" indent="-342900">
              <a:buAutoNum type="arabicPeriod"/>
            </a:pPr>
            <a:r>
              <a:rPr lang="en-MY" dirty="0"/>
              <a:t>Drawing</a:t>
            </a:r>
          </a:p>
          <a:p>
            <a:pPr marL="342900" indent="-342900">
              <a:buAutoNum type="arabicPeriod"/>
            </a:pPr>
            <a:r>
              <a:rPr lang="en-MY" dirty="0"/>
              <a:t>DFM</a:t>
            </a:r>
          </a:p>
          <a:p>
            <a:pPr marL="342900" indent="-342900">
              <a:buAutoNum type="arabicPeriod"/>
            </a:pPr>
            <a:r>
              <a:rPr lang="en-MY" dirty="0"/>
              <a:t>Customer Approval</a:t>
            </a:r>
          </a:p>
          <a:p>
            <a:pPr marL="342900" indent="-342900">
              <a:buAutoNum type="arabicPeriod"/>
            </a:pPr>
            <a:r>
              <a:rPr lang="en-MY" dirty="0"/>
              <a:t>PO issuance</a:t>
            </a:r>
          </a:p>
          <a:p>
            <a:pPr marL="342900" indent="-342900">
              <a:buAutoNum type="arabicPeriod"/>
            </a:pPr>
            <a:r>
              <a:rPr lang="en-MY" dirty="0"/>
              <a:t>Others . . 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5DC649-8C1B-A738-1D00-37D6BE90943A}"/>
              </a:ext>
            </a:extLst>
          </p:cNvPr>
          <p:cNvSpPr/>
          <p:nvPr/>
        </p:nvSpPr>
        <p:spPr>
          <a:xfrm>
            <a:off x="3665031" y="1081667"/>
            <a:ext cx="4441906" cy="507380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Core Modules</a:t>
            </a:r>
          </a:p>
          <a:p>
            <a:pPr marL="342900" indent="-342900">
              <a:buAutoNum type="arabicPeriod"/>
            </a:pPr>
            <a:r>
              <a:rPr lang="en-MY" dirty="0"/>
              <a:t>NPI Creation &amp; Tracking</a:t>
            </a:r>
          </a:p>
          <a:p>
            <a:pPr marL="342900" indent="-342900">
              <a:buAutoNum type="arabicPeriod"/>
            </a:pPr>
            <a:r>
              <a:rPr lang="en-MY" dirty="0"/>
              <a:t>File Upload</a:t>
            </a:r>
          </a:p>
          <a:p>
            <a:pPr marL="342900" indent="-342900">
              <a:buAutoNum type="arabicPeriod"/>
            </a:pPr>
            <a:r>
              <a:rPr lang="en-MY" dirty="0"/>
              <a:t>Gantt Chart Generation</a:t>
            </a:r>
          </a:p>
          <a:p>
            <a:pPr marL="342900" indent="-342900">
              <a:buAutoNum type="arabicPeriod"/>
            </a:pPr>
            <a:r>
              <a:rPr lang="en-MY" dirty="0"/>
              <a:t>Workflow Automation</a:t>
            </a:r>
          </a:p>
          <a:p>
            <a:pPr marL="342900" indent="-342900">
              <a:buAutoNum type="arabicPeriod"/>
            </a:pPr>
            <a:r>
              <a:rPr lang="en-MY" dirty="0"/>
              <a:t>Notifications (Email)</a:t>
            </a:r>
          </a:p>
          <a:p>
            <a:pPr marL="342900" indent="-342900">
              <a:buAutoNum type="arabicPeriod"/>
            </a:pPr>
            <a:r>
              <a:rPr lang="en-MY" dirty="0"/>
              <a:t>Dashboard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8DAEC6-9047-9C54-17E3-FF32F0251A9F}"/>
              </a:ext>
            </a:extLst>
          </p:cNvPr>
          <p:cNvSpPr/>
          <p:nvPr/>
        </p:nvSpPr>
        <p:spPr>
          <a:xfrm>
            <a:off x="8408017" y="1081668"/>
            <a:ext cx="2932771" cy="276550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Security</a:t>
            </a:r>
          </a:p>
          <a:p>
            <a:pPr marL="342900" indent="-342900">
              <a:buAutoNum type="arabicPeriod"/>
            </a:pPr>
            <a:r>
              <a:rPr lang="en-MY" dirty="0"/>
              <a:t>Authentication</a:t>
            </a:r>
          </a:p>
          <a:p>
            <a:pPr marL="342900" indent="-342900">
              <a:buAutoNum type="arabicPeriod"/>
            </a:pPr>
            <a:r>
              <a:rPr lang="en-MY" dirty="0"/>
              <a:t>Role based authorization</a:t>
            </a:r>
          </a:p>
          <a:p>
            <a:pPr marL="342900" indent="-342900">
              <a:buAutoNum type="arabicPeriod"/>
            </a:pPr>
            <a:r>
              <a:rPr lang="en-MY" dirty="0"/>
              <a:t>Project based authorization</a:t>
            </a:r>
          </a:p>
          <a:p>
            <a:pPr marL="342900" indent="-342900">
              <a:buAutoNum type="arabicPeriod"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584834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D4F7F6-D61F-B3BD-8DA7-74E150E41DFB}"/>
              </a:ext>
            </a:extLst>
          </p:cNvPr>
          <p:cNvSpPr/>
          <p:nvPr/>
        </p:nvSpPr>
        <p:spPr>
          <a:xfrm>
            <a:off x="412595" y="323385"/>
            <a:ext cx="2274849" cy="28993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Projects</a:t>
            </a:r>
          </a:p>
          <a:p>
            <a:pPr marL="342900" indent="-342900">
              <a:buAutoNum type="arabicPeriod"/>
            </a:pPr>
            <a:r>
              <a:rPr lang="en-MY" dirty="0"/>
              <a:t>Project Id</a:t>
            </a:r>
          </a:p>
          <a:p>
            <a:pPr marL="342900" indent="-342900">
              <a:buAutoNum type="arabicPeriod"/>
            </a:pPr>
            <a:r>
              <a:rPr lang="en-MY" dirty="0"/>
              <a:t>Project No</a:t>
            </a:r>
          </a:p>
          <a:p>
            <a:pPr marL="342900" indent="-342900">
              <a:buAutoNum type="arabicPeriod"/>
            </a:pPr>
            <a:r>
              <a:rPr lang="en-MY" dirty="0"/>
              <a:t>Project Name</a:t>
            </a:r>
          </a:p>
          <a:p>
            <a:pPr marL="342900" indent="-342900">
              <a:buAutoNum type="arabicPeriod"/>
            </a:pPr>
            <a:r>
              <a:rPr lang="en-MY" dirty="0"/>
              <a:t>Customer Id</a:t>
            </a:r>
          </a:p>
          <a:p>
            <a:pPr marL="342900" indent="-342900">
              <a:buAutoNum type="arabicPeriod"/>
            </a:pPr>
            <a:r>
              <a:rPr lang="en-MY" dirty="0"/>
              <a:t>Created Date</a:t>
            </a:r>
          </a:p>
          <a:p>
            <a:pPr marL="342900" indent="-342900">
              <a:buAutoNum type="arabicPeriod"/>
            </a:pPr>
            <a:r>
              <a:rPr lang="en-MY" dirty="0"/>
              <a:t>Created By</a:t>
            </a:r>
          </a:p>
          <a:p>
            <a:pPr marL="342900" indent="-342900">
              <a:buAutoNum type="arabicPeriod"/>
            </a:pPr>
            <a:r>
              <a:rPr lang="en-MY" dirty="0"/>
              <a:t>Status</a:t>
            </a:r>
          </a:p>
          <a:p>
            <a:pPr marL="342900" indent="-342900">
              <a:buAutoNum type="arabicPeriod"/>
            </a:pPr>
            <a:r>
              <a:rPr lang="en-MY" dirty="0"/>
              <a:t>Description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35D4FE-FA31-19D1-0258-3D6D9A8539B3}"/>
              </a:ext>
            </a:extLst>
          </p:cNvPr>
          <p:cNvSpPr/>
          <p:nvPr/>
        </p:nvSpPr>
        <p:spPr>
          <a:xfrm>
            <a:off x="2992244" y="323385"/>
            <a:ext cx="2274849" cy="28993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Customers</a:t>
            </a:r>
          </a:p>
          <a:p>
            <a:pPr marL="342900" indent="-342900">
              <a:buAutoNum type="arabicPeriod"/>
            </a:pPr>
            <a:r>
              <a:rPr lang="en-MY" dirty="0"/>
              <a:t>Customer Id</a:t>
            </a:r>
          </a:p>
          <a:p>
            <a:pPr marL="342900" indent="-342900">
              <a:buAutoNum type="arabicPeriod"/>
            </a:pPr>
            <a:r>
              <a:rPr lang="en-MY" dirty="0"/>
              <a:t>Company Name</a:t>
            </a:r>
          </a:p>
          <a:p>
            <a:pPr marL="342900" indent="-342900">
              <a:buAutoNum type="arabicPeriod"/>
            </a:pPr>
            <a:r>
              <a:rPr lang="en-MY" dirty="0"/>
              <a:t>Address</a:t>
            </a:r>
          </a:p>
          <a:p>
            <a:pPr marL="342900" indent="-342900">
              <a:buAutoNum type="arabicPeriod"/>
            </a:pPr>
            <a:r>
              <a:rPr lang="en-MY" dirty="0"/>
              <a:t>Contact Person</a:t>
            </a:r>
          </a:p>
          <a:p>
            <a:pPr marL="342900" indent="-342900">
              <a:buAutoNum type="arabicPeriod"/>
            </a:pPr>
            <a:r>
              <a:rPr lang="en-MY" dirty="0"/>
              <a:t>Contact Email</a:t>
            </a:r>
          </a:p>
          <a:p>
            <a:pPr marL="342900" indent="-342900">
              <a:buAutoNum type="arabicPeriod"/>
            </a:pPr>
            <a:r>
              <a:rPr lang="en-MY" dirty="0"/>
              <a:t>Contact Phone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B58E5B-5495-EE21-A796-68642FAA1175}"/>
              </a:ext>
            </a:extLst>
          </p:cNvPr>
          <p:cNvSpPr/>
          <p:nvPr/>
        </p:nvSpPr>
        <p:spPr>
          <a:xfrm>
            <a:off x="8151540" y="1276812"/>
            <a:ext cx="2274849" cy="3891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Tasks</a:t>
            </a:r>
          </a:p>
          <a:p>
            <a:pPr marL="342900" indent="-342900">
              <a:buAutoNum type="arabicPeriod"/>
            </a:pPr>
            <a:r>
              <a:rPr lang="en-MY" dirty="0"/>
              <a:t>Task Id</a:t>
            </a:r>
          </a:p>
          <a:p>
            <a:pPr marL="342900" indent="-342900">
              <a:buAutoNum type="arabicPeriod"/>
            </a:pPr>
            <a:r>
              <a:rPr lang="en-MY" dirty="0"/>
              <a:t>Project Id</a:t>
            </a:r>
          </a:p>
          <a:p>
            <a:pPr marL="342900" indent="-342900">
              <a:buAutoNum type="arabicPeriod"/>
            </a:pPr>
            <a:r>
              <a:rPr lang="en-MY" dirty="0"/>
              <a:t>Title</a:t>
            </a:r>
          </a:p>
          <a:p>
            <a:pPr marL="342900" indent="-342900">
              <a:buAutoNum type="arabicPeriod"/>
            </a:pPr>
            <a:r>
              <a:rPr lang="en-MY" dirty="0"/>
              <a:t>Description</a:t>
            </a:r>
          </a:p>
          <a:p>
            <a:pPr marL="342900" indent="-342900">
              <a:buAutoNum type="arabicPeriod"/>
            </a:pPr>
            <a:r>
              <a:rPr lang="en-MY" dirty="0"/>
              <a:t>Start Date</a:t>
            </a:r>
          </a:p>
          <a:p>
            <a:pPr marL="342900" indent="-342900">
              <a:buAutoNum type="arabicPeriod"/>
            </a:pPr>
            <a:r>
              <a:rPr lang="en-MY" dirty="0"/>
              <a:t>End Date</a:t>
            </a:r>
          </a:p>
          <a:p>
            <a:pPr marL="342900" indent="-342900">
              <a:buAutoNum type="arabicPeriod"/>
            </a:pPr>
            <a:r>
              <a:rPr lang="en-MY" dirty="0"/>
              <a:t>Duration</a:t>
            </a:r>
          </a:p>
          <a:p>
            <a:pPr marL="342900" indent="-342900">
              <a:buAutoNum type="arabicPeriod"/>
            </a:pPr>
            <a:r>
              <a:rPr lang="en-MY" dirty="0"/>
              <a:t>Percentage Completed</a:t>
            </a:r>
          </a:p>
          <a:p>
            <a:pPr marL="342900" indent="-342900">
              <a:buAutoNum type="arabicPeriod"/>
            </a:pPr>
            <a:r>
              <a:rPr lang="en-MY" dirty="0"/>
              <a:t>Assigned Department</a:t>
            </a:r>
          </a:p>
          <a:p>
            <a:pPr marL="342900" indent="-342900">
              <a:buAutoNum type="arabicPeriod"/>
            </a:pPr>
            <a:r>
              <a:rPr lang="en-MY" dirty="0"/>
              <a:t>Assigned User</a:t>
            </a:r>
          </a:p>
          <a:p>
            <a:pPr marL="342900" indent="-342900">
              <a:buAutoNum type="arabicPeriod"/>
            </a:pPr>
            <a:r>
              <a:rPr lang="en-MY" dirty="0"/>
              <a:t>Created Date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A7FA35-47BC-B5F1-F55D-02A473D3291D}"/>
              </a:ext>
            </a:extLst>
          </p:cNvPr>
          <p:cNvSpPr/>
          <p:nvPr/>
        </p:nvSpPr>
        <p:spPr>
          <a:xfrm>
            <a:off x="412594" y="3356517"/>
            <a:ext cx="2274849" cy="28993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Project Files</a:t>
            </a:r>
          </a:p>
          <a:p>
            <a:pPr marL="342900" indent="-342900">
              <a:buAutoNum type="arabicPeriod"/>
            </a:pPr>
            <a:r>
              <a:rPr lang="en-MY" dirty="0"/>
              <a:t>File Id</a:t>
            </a:r>
          </a:p>
          <a:p>
            <a:pPr marL="342900" indent="-342900">
              <a:buAutoNum type="arabicPeriod"/>
            </a:pPr>
            <a:r>
              <a:rPr lang="en-MY" dirty="0"/>
              <a:t>Project Id</a:t>
            </a:r>
          </a:p>
          <a:p>
            <a:pPr marL="342900" indent="-342900">
              <a:buAutoNum type="arabicPeriod"/>
            </a:pPr>
            <a:r>
              <a:rPr lang="en-MY" dirty="0"/>
              <a:t>Task Id</a:t>
            </a:r>
          </a:p>
          <a:p>
            <a:pPr marL="342900" indent="-342900">
              <a:buAutoNum type="arabicPeriod"/>
            </a:pPr>
            <a:r>
              <a:rPr lang="en-MY" dirty="0"/>
              <a:t>Uploaded By</a:t>
            </a:r>
          </a:p>
          <a:p>
            <a:pPr marL="342900" indent="-342900">
              <a:buAutoNum type="arabicPeriod"/>
            </a:pPr>
            <a:r>
              <a:rPr lang="en-MY" dirty="0"/>
              <a:t>Uploaded Date</a:t>
            </a:r>
          </a:p>
          <a:p>
            <a:pPr marL="342900" indent="-342900">
              <a:buAutoNum type="arabicPeriod"/>
            </a:pPr>
            <a:r>
              <a:rPr lang="en-MY" dirty="0"/>
              <a:t>File Name</a:t>
            </a:r>
          </a:p>
          <a:p>
            <a:pPr marL="342900" indent="-342900">
              <a:buAutoNum type="arabicPeriod"/>
            </a:pPr>
            <a:r>
              <a:rPr lang="en-MY" dirty="0"/>
              <a:t>File Path</a:t>
            </a:r>
          </a:p>
          <a:p>
            <a:pPr marL="342900" indent="-342900">
              <a:buAutoNum type="arabicPeriod"/>
            </a:pPr>
            <a:r>
              <a:rPr lang="en-MY" dirty="0"/>
              <a:t>File Size</a:t>
            </a:r>
          </a:p>
          <a:p>
            <a:pPr marL="342900" indent="-342900">
              <a:buAutoNum type="arabicPeriod"/>
            </a:pPr>
            <a:r>
              <a:rPr lang="en-MY" dirty="0"/>
              <a:t>Content Type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34537E-89B4-17D6-7D53-095F38829778}"/>
              </a:ext>
            </a:extLst>
          </p:cNvPr>
          <p:cNvSpPr/>
          <p:nvPr/>
        </p:nvSpPr>
        <p:spPr>
          <a:xfrm>
            <a:off x="2992244" y="3356516"/>
            <a:ext cx="2274849" cy="28993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Approvals</a:t>
            </a:r>
          </a:p>
          <a:p>
            <a:pPr marL="342900" indent="-342900">
              <a:buAutoNum type="arabicPeriod"/>
            </a:pPr>
            <a:r>
              <a:rPr lang="en-MY" dirty="0"/>
              <a:t>Approval Id</a:t>
            </a:r>
          </a:p>
          <a:p>
            <a:pPr marL="342900" indent="-342900">
              <a:buAutoNum type="arabicPeriod"/>
            </a:pPr>
            <a:r>
              <a:rPr lang="en-MY" dirty="0"/>
              <a:t>Project Id</a:t>
            </a:r>
          </a:p>
          <a:p>
            <a:pPr marL="342900" indent="-342900">
              <a:buAutoNum type="arabicPeriod"/>
            </a:pPr>
            <a:r>
              <a:rPr lang="en-MY" dirty="0"/>
              <a:t>Approval Type</a:t>
            </a:r>
          </a:p>
          <a:p>
            <a:pPr marL="342900" indent="-342900">
              <a:buAutoNum type="arabicPeriod"/>
            </a:pPr>
            <a:r>
              <a:rPr lang="en-MY" dirty="0"/>
              <a:t>Status</a:t>
            </a:r>
          </a:p>
          <a:p>
            <a:pPr marL="342900" indent="-342900">
              <a:buAutoNum type="arabicPeriod"/>
            </a:pPr>
            <a:r>
              <a:rPr lang="en-MY" dirty="0"/>
              <a:t>Approved By</a:t>
            </a:r>
          </a:p>
          <a:p>
            <a:pPr marL="342900" indent="-342900">
              <a:buAutoNum type="arabicPeriod"/>
            </a:pPr>
            <a:r>
              <a:rPr lang="en-MY" dirty="0"/>
              <a:t>Approved At</a:t>
            </a:r>
          </a:p>
          <a:p>
            <a:pPr marL="342900" indent="-342900">
              <a:buAutoNum type="arabicPeriod"/>
            </a:pPr>
            <a:r>
              <a:rPr lang="en-MY" dirty="0"/>
              <a:t>Notes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5E30A8-BCCC-46F4-A8F1-FB69D30E42FA}"/>
              </a:ext>
            </a:extLst>
          </p:cNvPr>
          <p:cNvSpPr/>
          <p:nvPr/>
        </p:nvSpPr>
        <p:spPr>
          <a:xfrm>
            <a:off x="5571892" y="1773043"/>
            <a:ext cx="2274849" cy="28993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Notifications</a:t>
            </a:r>
          </a:p>
          <a:p>
            <a:pPr marL="342900" indent="-342900">
              <a:buAutoNum type="arabicPeriod"/>
            </a:pPr>
            <a:r>
              <a:rPr lang="en-MY" dirty="0"/>
              <a:t>Notification Id</a:t>
            </a:r>
          </a:p>
          <a:p>
            <a:pPr marL="342900" indent="-342900">
              <a:buAutoNum type="arabicPeriod"/>
            </a:pPr>
            <a:r>
              <a:rPr lang="en-MY" dirty="0"/>
              <a:t>Project Id</a:t>
            </a:r>
          </a:p>
          <a:p>
            <a:pPr marL="342900" indent="-342900">
              <a:buAutoNum type="arabicPeriod"/>
            </a:pPr>
            <a:r>
              <a:rPr lang="en-MY" dirty="0"/>
              <a:t>Email Address</a:t>
            </a:r>
          </a:p>
          <a:p>
            <a:pPr marL="342900" indent="-342900">
              <a:buAutoNum type="arabicPeriod"/>
            </a:pPr>
            <a:r>
              <a:rPr lang="en-MY" dirty="0"/>
              <a:t>Subject</a:t>
            </a:r>
          </a:p>
          <a:p>
            <a:pPr marL="342900" indent="-342900">
              <a:buAutoNum type="arabicPeriod"/>
            </a:pPr>
            <a:r>
              <a:rPr lang="en-MY" dirty="0"/>
              <a:t>Body</a:t>
            </a:r>
          </a:p>
          <a:p>
            <a:pPr marL="342900" indent="-342900">
              <a:buAutoNum type="arabicPeriod"/>
            </a:pPr>
            <a:r>
              <a:rPr lang="en-MY" dirty="0"/>
              <a:t>Sent Date</a:t>
            </a:r>
          </a:p>
          <a:p>
            <a:pPr marL="342900" indent="-342900">
              <a:buAutoNum type="arabicPeriod"/>
            </a:pPr>
            <a:r>
              <a:rPr lang="en-MY" dirty="0"/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1024421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169</Words>
  <Application>Microsoft Office PowerPoint</Application>
  <PresentationFormat>Widescreen</PresentationFormat>
  <Paragraphs>82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Syafiq SUHAIMI</dc:creator>
  <cp:lastModifiedBy>Syafiq SUHAIMI</cp:lastModifiedBy>
  <cp:revision>3</cp:revision>
  <dcterms:created xsi:type="dcterms:W3CDTF">2025-11-24T03:49:02Z</dcterms:created>
  <dcterms:modified xsi:type="dcterms:W3CDTF">2025-11-24T06:37:35Z</dcterms:modified>
</cp:coreProperties>
</file>