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382" r:id="rId2"/>
    <p:sldId id="374" r:id="rId3"/>
    <p:sldId id="373" r:id="rId4"/>
    <p:sldId id="375" r:id="rId5"/>
    <p:sldId id="378" r:id="rId6"/>
    <p:sldId id="379" r:id="rId7"/>
    <p:sldId id="389" r:id="rId8"/>
    <p:sldId id="390" r:id="rId9"/>
    <p:sldId id="391" r:id="rId10"/>
    <p:sldId id="388" r:id="rId11"/>
    <p:sldId id="383" r:id="rId12"/>
    <p:sldId id="384" r:id="rId13"/>
    <p:sldId id="393" r:id="rId14"/>
    <p:sldId id="385" r:id="rId15"/>
    <p:sldId id="387" r:id="rId16"/>
    <p:sldId id="262" r:id="rId17"/>
    <p:sldId id="258" r:id="rId18"/>
    <p:sldId id="259" r:id="rId19"/>
    <p:sldId id="260" r:id="rId20"/>
    <p:sldId id="261" r:id="rId21"/>
    <p:sldId id="263" r:id="rId22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2DCDB"/>
    <a:srgbClr val="DCE6F2"/>
    <a:srgbClr val="DBFDEA"/>
    <a:srgbClr val="993300"/>
    <a:srgbClr val="F397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78291" autoAdjust="0"/>
  </p:normalViewPr>
  <p:slideViewPr>
    <p:cSldViewPr snapToGrid="0">
      <p:cViewPr varScale="1">
        <p:scale>
          <a:sx n="50" d="100"/>
          <a:sy n="50" d="100"/>
        </p:scale>
        <p:origin x="1280" y="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DC95EB-089E-4FCC-9A7B-2AEC6672B3A8}" type="doc">
      <dgm:prSet loTypeId="urn:microsoft.com/office/officeart/2005/8/layout/process1" loCatId="process" qsTypeId="urn:microsoft.com/office/officeart/2005/8/quickstyle/simple3" qsCatId="simple" csTypeId="urn:microsoft.com/office/officeart/2005/8/colors/accent5_2" csCatId="accent5" phldr="1"/>
      <dgm:spPr/>
      <dgm:t>
        <a:bodyPr/>
        <a:lstStyle/>
        <a:p>
          <a:endParaRPr lang="en-MY"/>
        </a:p>
      </dgm:t>
    </dgm:pt>
    <dgm:pt modelId="{89DCB258-197F-499B-AE1F-9C1065D12BF0}">
      <dgm:prSet phldrT="[Text]" phldr="0"/>
      <dgm:spPr/>
      <dgm:t>
        <a:bodyPr/>
        <a:lstStyle/>
        <a:p>
          <a:r>
            <a:rPr lang="en-US"/>
            <a:t>Enquiry</a:t>
          </a:r>
          <a:endParaRPr lang="en-MY" dirty="0"/>
        </a:p>
      </dgm:t>
    </dgm:pt>
    <dgm:pt modelId="{72F44DFD-48E9-4E79-9E9B-C32DF8B5C141}" type="parTrans" cxnId="{2FFDA305-614D-4542-B3F0-024BC6759F11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00C41D78-DEFD-4A11-B113-D333955A6377}" type="sibTrans" cxnId="{2FFDA305-614D-4542-B3F0-024BC6759F11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68E1E81A-ACB3-462D-A340-4E00ACADAADE}">
      <dgm:prSet phldrT="[Text]" phldr="0"/>
      <dgm:spPr/>
      <dgm:t>
        <a:bodyPr/>
        <a:lstStyle/>
        <a:p>
          <a:r>
            <a:rPr lang="en-US"/>
            <a:t>Project start</a:t>
          </a:r>
          <a:endParaRPr lang="en-MY" dirty="0"/>
        </a:p>
      </dgm:t>
    </dgm:pt>
    <dgm:pt modelId="{3E61F3DD-95A7-4D10-AAFE-11D500F249AC}" type="parTrans" cxnId="{33280320-D0DA-4BA0-A2B2-4ADA3C476CF6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54520659-493D-46F6-B5D0-37575FC87606}" type="sibTrans" cxnId="{33280320-D0DA-4BA0-A2B2-4ADA3C476CF6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DBB0C80E-BE46-4450-BFF0-0CF5631299C1}">
      <dgm:prSet phldrT="[Text]" phldr="0"/>
      <dgm:spPr/>
      <dgm:t>
        <a:bodyPr/>
        <a:lstStyle/>
        <a:p>
          <a:r>
            <a:rPr lang="en-US"/>
            <a:t>Pilot mould fabrication</a:t>
          </a:r>
          <a:endParaRPr lang="en-MY" dirty="0"/>
        </a:p>
      </dgm:t>
    </dgm:pt>
    <dgm:pt modelId="{A1D8B06E-7FA7-4DC5-95B6-F26B1BACE6BE}" type="parTrans" cxnId="{0C0ADAA6-080B-42C9-91A1-B7F10914EFEA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5E078194-AACF-4458-9A3E-B3C175629B08}" type="sibTrans" cxnId="{0C0ADAA6-080B-42C9-91A1-B7F10914EFEA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63B97D93-E554-408B-B865-A752942BC2D2}">
      <dgm:prSet phldrT="[Text]" phldr="0"/>
      <dgm:spPr/>
      <dgm:t>
        <a:bodyPr/>
        <a:lstStyle/>
        <a:p>
          <a:r>
            <a:rPr lang="en-US"/>
            <a:t>New machine purchase</a:t>
          </a:r>
          <a:endParaRPr lang="en-MY" dirty="0"/>
        </a:p>
      </dgm:t>
    </dgm:pt>
    <dgm:pt modelId="{D26B493A-9F14-4F10-AC21-A8196846449D}" type="parTrans" cxnId="{1ABC8DE0-C91B-477F-8381-3C78FBB27245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A6028B69-C10F-4B51-B4C3-B7EE9A267206}" type="sibTrans" cxnId="{1ABC8DE0-C91B-477F-8381-3C78FBB27245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CAAEA953-D59E-4412-A415-4296616C7E5E}">
      <dgm:prSet phldrT="[Text]" phldr="0"/>
      <dgm:spPr/>
      <dgm:t>
        <a:bodyPr/>
        <a:lstStyle/>
        <a:p>
          <a:r>
            <a:rPr lang="en-US"/>
            <a:t>Product mould fabrication</a:t>
          </a:r>
          <a:endParaRPr lang="en-MY" dirty="0"/>
        </a:p>
      </dgm:t>
    </dgm:pt>
    <dgm:pt modelId="{6DE069A8-23DE-43DD-9C0F-D4337A04AC91}" type="parTrans" cxnId="{D0B91F6B-703F-42EF-9AF1-FB92562C4D38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5AFD50BB-8B4D-48E9-862B-46EED9621C40}" type="sibTrans" cxnId="{D0B91F6B-703F-42EF-9AF1-FB92562C4D38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1F6AF51F-BDB5-4F52-8273-54C372A2DC75}">
      <dgm:prSet phldrT="[Text]" phldr="0"/>
      <dgm:spPr/>
      <dgm:t>
        <a:bodyPr/>
        <a:lstStyle/>
        <a:p>
          <a:r>
            <a:rPr lang="en-US"/>
            <a:t>Trial Run at JJ</a:t>
          </a:r>
          <a:endParaRPr lang="en-MY" dirty="0"/>
        </a:p>
      </dgm:t>
    </dgm:pt>
    <dgm:pt modelId="{16FDCBF2-44AE-4CBA-A3A1-D7A6F74BD71D}" type="parTrans" cxnId="{C5618C71-78D1-4AC7-BF0E-1D1DB2EC688F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E491F74F-97E7-4BC8-8DCC-B5A3C718E43F}" type="sibTrans" cxnId="{C5618C71-78D1-4AC7-BF0E-1D1DB2EC688F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E65C3B0F-1223-4D3C-9102-2DC08EA094F4}" type="pres">
      <dgm:prSet presAssocID="{8EDC95EB-089E-4FCC-9A7B-2AEC6672B3A8}" presName="Name0" presStyleCnt="0">
        <dgm:presLayoutVars>
          <dgm:dir/>
          <dgm:resizeHandles val="exact"/>
        </dgm:presLayoutVars>
      </dgm:prSet>
      <dgm:spPr/>
    </dgm:pt>
    <dgm:pt modelId="{C587CD05-A919-47BA-A80E-06B17B4DEBC4}" type="pres">
      <dgm:prSet presAssocID="{89DCB258-197F-499B-AE1F-9C1065D12BF0}" presName="node" presStyleLbl="node1" presStyleIdx="0" presStyleCnt="6">
        <dgm:presLayoutVars>
          <dgm:bulletEnabled val="1"/>
        </dgm:presLayoutVars>
      </dgm:prSet>
      <dgm:spPr/>
    </dgm:pt>
    <dgm:pt modelId="{AB20460D-DA26-4E2E-A139-D028CCAF55AD}" type="pres">
      <dgm:prSet presAssocID="{00C41D78-DEFD-4A11-B113-D333955A6377}" presName="sibTrans" presStyleLbl="sibTrans2D1" presStyleIdx="0" presStyleCnt="5"/>
      <dgm:spPr/>
    </dgm:pt>
    <dgm:pt modelId="{ACA0832C-2C86-430C-8F52-5FCD97E41BEE}" type="pres">
      <dgm:prSet presAssocID="{00C41D78-DEFD-4A11-B113-D333955A6377}" presName="connectorText" presStyleLbl="sibTrans2D1" presStyleIdx="0" presStyleCnt="5"/>
      <dgm:spPr/>
    </dgm:pt>
    <dgm:pt modelId="{E6CA2E7F-C476-4DC0-ABC5-F86E1BF8444C}" type="pres">
      <dgm:prSet presAssocID="{68E1E81A-ACB3-462D-A340-4E00ACADAADE}" presName="node" presStyleLbl="node1" presStyleIdx="1" presStyleCnt="6">
        <dgm:presLayoutVars>
          <dgm:bulletEnabled val="1"/>
        </dgm:presLayoutVars>
      </dgm:prSet>
      <dgm:spPr/>
    </dgm:pt>
    <dgm:pt modelId="{ABA857AF-AB5D-4E4B-821C-A807AA71E87C}" type="pres">
      <dgm:prSet presAssocID="{54520659-493D-46F6-B5D0-37575FC87606}" presName="sibTrans" presStyleLbl="sibTrans2D1" presStyleIdx="1" presStyleCnt="5"/>
      <dgm:spPr/>
    </dgm:pt>
    <dgm:pt modelId="{FA53CB42-0BD3-4139-8806-F0F9973B4C37}" type="pres">
      <dgm:prSet presAssocID="{54520659-493D-46F6-B5D0-37575FC87606}" presName="connectorText" presStyleLbl="sibTrans2D1" presStyleIdx="1" presStyleCnt="5"/>
      <dgm:spPr/>
    </dgm:pt>
    <dgm:pt modelId="{86C01AF0-93E8-4ADC-83AC-41A373352250}" type="pres">
      <dgm:prSet presAssocID="{DBB0C80E-BE46-4450-BFF0-0CF5631299C1}" presName="node" presStyleLbl="node1" presStyleIdx="2" presStyleCnt="6">
        <dgm:presLayoutVars>
          <dgm:bulletEnabled val="1"/>
        </dgm:presLayoutVars>
      </dgm:prSet>
      <dgm:spPr/>
    </dgm:pt>
    <dgm:pt modelId="{ED9B7062-84BB-4FE1-BC74-951880287B74}" type="pres">
      <dgm:prSet presAssocID="{5E078194-AACF-4458-9A3E-B3C175629B08}" presName="sibTrans" presStyleLbl="sibTrans2D1" presStyleIdx="2" presStyleCnt="5"/>
      <dgm:spPr/>
    </dgm:pt>
    <dgm:pt modelId="{145B9007-C9F1-4F92-8B34-1CAEF7F2303F}" type="pres">
      <dgm:prSet presAssocID="{5E078194-AACF-4458-9A3E-B3C175629B08}" presName="connectorText" presStyleLbl="sibTrans2D1" presStyleIdx="2" presStyleCnt="5"/>
      <dgm:spPr/>
    </dgm:pt>
    <dgm:pt modelId="{8DB0ACFA-13DC-4673-B771-43EFDD2EA6D4}" type="pres">
      <dgm:prSet presAssocID="{63B97D93-E554-408B-B865-A752942BC2D2}" presName="node" presStyleLbl="node1" presStyleIdx="3" presStyleCnt="6">
        <dgm:presLayoutVars>
          <dgm:bulletEnabled val="1"/>
        </dgm:presLayoutVars>
      </dgm:prSet>
      <dgm:spPr/>
    </dgm:pt>
    <dgm:pt modelId="{B828D57D-E887-4157-AB5D-C6E206B87E0C}" type="pres">
      <dgm:prSet presAssocID="{A6028B69-C10F-4B51-B4C3-B7EE9A267206}" presName="sibTrans" presStyleLbl="sibTrans2D1" presStyleIdx="3" presStyleCnt="5"/>
      <dgm:spPr/>
    </dgm:pt>
    <dgm:pt modelId="{948B8D23-7BA7-45EF-B43C-EC7F6A59C87E}" type="pres">
      <dgm:prSet presAssocID="{A6028B69-C10F-4B51-B4C3-B7EE9A267206}" presName="connectorText" presStyleLbl="sibTrans2D1" presStyleIdx="3" presStyleCnt="5"/>
      <dgm:spPr/>
    </dgm:pt>
    <dgm:pt modelId="{F239663F-D750-402E-BE24-43C2F55B043C}" type="pres">
      <dgm:prSet presAssocID="{CAAEA953-D59E-4412-A415-4296616C7E5E}" presName="node" presStyleLbl="node1" presStyleIdx="4" presStyleCnt="6">
        <dgm:presLayoutVars>
          <dgm:bulletEnabled val="1"/>
        </dgm:presLayoutVars>
      </dgm:prSet>
      <dgm:spPr/>
    </dgm:pt>
    <dgm:pt modelId="{1181609B-8FBE-416A-A346-6E3448FDE3FE}" type="pres">
      <dgm:prSet presAssocID="{5AFD50BB-8B4D-48E9-862B-46EED9621C40}" presName="sibTrans" presStyleLbl="sibTrans2D1" presStyleIdx="4" presStyleCnt="5"/>
      <dgm:spPr/>
    </dgm:pt>
    <dgm:pt modelId="{D2B6543B-6AD5-4278-99E4-87E58F69C67E}" type="pres">
      <dgm:prSet presAssocID="{5AFD50BB-8B4D-48E9-862B-46EED9621C40}" presName="connectorText" presStyleLbl="sibTrans2D1" presStyleIdx="4" presStyleCnt="5"/>
      <dgm:spPr/>
    </dgm:pt>
    <dgm:pt modelId="{9A01FD85-BA05-43FC-9860-165E6A7B029C}" type="pres">
      <dgm:prSet presAssocID="{1F6AF51F-BDB5-4F52-8273-54C372A2DC75}" presName="node" presStyleLbl="node1" presStyleIdx="5" presStyleCnt="6">
        <dgm:presLayoutVars>
          <dgm:bulletEnabled val="1"/>
        </dgm:presLayoutVars>
      </dgm:prSet>
      <dgm:spPr/>
    </dgm:pt>
  </dgm:ptLst>
  <dgm:cxnLst>
    <dgm:cxn modelId="{2FFDA305-614D-4542-B3F0-024BC6759F11}" srcId="{8EDC95EB-089E-4FCC-9A7B-2AEC6672B3A8}" destId="{89DCB258-197F-499B-AE1F-9C1065D12BF0}" srcOrd="0" destOrd="0" parTransId="{72F44DFD-48E9-4E79-9E9B-C32DF8B5C141}" sibTransId="{00C41D78-DEFD-4A11-B113-D333955A6377}"/>
    <dgm:cxn modelId="{CD3E261A-12FB-4FED-AC27-9337EE466E35}" type="presOf" srcId="{63B97D93-E554-408B-B865-A752942BC2D2}" destId="{8DB0ACFA-13DC-4673-B771-43EFDD2EA6D4}" srcOrd="0" destOrd="0" presId="urn:microsoft.com/office/officeart/2005/8/layout/process1"/>
    <dgm:cxn modelId="{33280320-D0DA-4BA0-A2B2-4ADA3C476CF6}" srcId="{8EDC95EB-089E-4FCC-9A7B-2AEC6672B3A8}" destId="{68E1E81A-ACB3-462D-A340-4E00ACADAADE}" srcOrd="1" destOrd="0" parTransId="{3E61F3DD-95A7-4D10-AAFE-11D500F249AC}" sibTransId="{54520659-493D-46F6-B5D0-37575FC87606}"/>
    <dgm:cxn modelId="{162BE12B-6C4D-4D38-A13E-838104FBE4DE}" type="presOf" srcId="{5AFD50BB-8B4D-48E9-862B-46EED9621C40}" destId="{D2B6543B-6AD5-4278-99E4-87E58F69C67E}" srcOrd="1" destOrd="0" presId="urn:microsoft.com/office/officeart/2005/8/layout/process1"/>
    <dgm:cxn modelId="{4CD8782F-CE32-44E7-A868-6D89EBE3CBB6}" type="presOf" srcId="{A6028B69-C10F-4B51-B4C3-B7EE9A267206}" destId="{B828D57D-E887-4157-AB5D-C6E206B87E0C}" srcOrd="0" destOrd="0" presId="urn:microsoft.com/office/officeart/2005/8/layout/process1"/>
    <dgm:cxn modelId="{1847C13D-A631-43AA-B71C-CB50C87D1761}" type="presOf" srcId="{89DCB258-197F-499B-AE1F-9C1065D12BF0}" destId="{C587CD05-A919-47BA-A80E-06B17B4DEBC4}" srcOrd="0" destOrd="0" presId="urn:microsoft.com/office/officeart/2005/8/layout/process1"/>
    <dgm:cxn modelId="{360D9447-A6DA-43E1-B2FC-C1A0ED82C060}" type="presOf" srcId="{A6028B69-C10F-4B51-B4C3-B7EE9A267206}" destId="{948B8D23-7BA7-45EF-B43C-EC7F6A59C87E}" srcOrd="1" destOrd="0" presId="urn:microsoft.com/office/officeart/2005/8/layout/process1"/>
    <dgm:cxn modelId="{D0B91F6B-703F-42EF-9AF1-FB92562C4D38}" srcId="{8EDC95EB-089E-4FCC-9A7B-2AEC6672B3A8}" destId="{CAAEA953-D59E-4412-A415-4296616C7E5E}" srcOrd="4" destOrd="0" parTransId="{6DE069A8-23DE-43DD-9C0F-D4337A04AC91}" sibTransId="{5AFD50BB-8B4D-48E9-862B-46EED9621C40}"/>
    <dgm:cxn modelId="{E49D9A6E-6284-4FB0-9EFC-34A65DB5125F}" type="presOf" srcId="{5E078194-AACF-4458-9A3E-B3C175629B08}" destId="{ED9B7062-84BB-4FE1-BC74-951880287B74}" srcOrd="0" destOrd="0" presId="urn:microsoft.com/office/officeart/2005/8/layout/process1"/>
    <dgm:cxn modelId="{C5618C71-78D1-4AC7-BF0E-1D1DB2EC688F}" srcId="{8EDC95EB-089E-4FCC-9A7B-2AEC6672B3A8}" destId="{1F6AF51F-BDB5-4F52-8273-54C372A2DC75}" srcOrd="5" destOrd="0" parTransId="{16FDCBF2-44AE-4CBA-A3A1-D7A6F74BD71D}" sibTransId="{E491F74F-97E7-4BC8-8DCC-B5A3C718E43F}"/>
    <dgm:cxn modelId="{1306DA53-D856-46B4-9253-E48BD1F25CBA}" type="presOf" srcId="{5E078194-AACF-4458-9A3E-B3C175629B08}" destId="{145B9007-C9F1-4F92-8B34-1CAEF7F2303F}" srcOrd="1" destOrd="0" presId="urn:microsoft.com/office/officeart/2005/8/layout/process1"/>
    <dgm:cxn modelId="{0502D557-C182-4DD3-8431-4A38E13A0011}" type="presOf" srcId="{00C41D78-DEFD-4A11-B113-D333955A6377}" destId="{AB20460D-DA26-4E2E-A139-D028CCAF55AD}" srcOrd="0" destOrd="0" presId="urn:microsoft.com/office/officeart/2005/8/layout/process1"/>
    <dgm:cxn modelId="{EBAC1491-0CAD-41DD-A711-FBAD52DA7E2F}" type="presOf" srcId="{54520659-493D-46F6-B5D0-37575FC87606}" destId="{ABA857AF-AB5D-4E4B-821C-A807AA71E87C}" srcOrd="0" destOrd="0" presId="urn:microsoft.com/office/officeart/2005/8/layout/process1"/>
    <dgm:cxn modelId="{4D3D259B-12FA-40DC-898D-BE485397737F}" type="presOf" srcId="{5AFD50BB-8B4D-48E9-862B-46EED9621C40}" destId="{1181609B-8FBE-416A-A346-6E3448FDE3FE}" srcOrd="0" destOrd="0" presId="urn:microsoft.com/office/officeart/2005/8/layout/process1"/>
    <dgm:cxn modelId="{0C0ADAA6-080B-42C9-91A1-B7F10914EFEA}" srcId="{8EDC95EB-089E-4FCC-9A7B-2AEC6672B3A8}" destId="{DBB0C80E-BE46-4450-BFF0-0CF5631299C1}" srcOrd="2" destOrd="0" parTransId="{A1D8B06E-7FA7-4DC5-95B6-F26B1BACE6BE}" sibTransId="{5E078194-AACF-4458-9A3E-B3C175629B08}"/>
    <dgm:cxn modelId="{F15903C7-5FE9-4115-9A49-080E36D82735}" type="presOf" srcId="{54520659-493D-46F6-B5D0-37575FC87606}" destId="{FA53CB42-0BD3-4139-8806-F0F9973B4C37}" srcOrd="1" destOrd="0" presId="urn:microsoft.com/office/officeart/2005/8/layout/process1"/>
    <dgm:cxn modelId="{4FA56DC7-6EDA-4761-9D45-9FD2E709DC03}" type="presOf" srcId="{8EDC95EB-089E-4FCC-9A7B-2AEC6672B3A8}" destId="{E65C3B0F-1223-4D3C-9102-2DC08EA094F4}" srcOrd="0" destOrd="0" presId="urn:microsoft.com/office/officeart/2005/8/layout/process1"/>
    <dgm:cxn modelId="{2B516ACA-463F-4CA0-9AEB-C13AD9A516DB}" type="presOf" srcId="{DBB0C80E-BE46-4450-BFF0-0CF5631299C1}" destId="{86C01AF0-93E8-4ADC-83AC-41A373352250}" srcOrd="0" destOrd="0" presId="urn:microsoft.com/office/officeart/2005/8/layout/process1"/>
    <dgm:cxn modelId="{1ABC8DE0-C91B-477F-8381-3C78FBB27245}" srcId="{8EDC95EB-089E-4FCC-9A7B-2AEC6672B3A8}" destId="{63B97D93-E554-408B-B865-A752942BC2D2}" srcOrd="3" destOrd="0" parTransId="{D26B493A-9F14-4F10-AC21-A8196846449D}" sibTransId="{A6028B69-C10F-4B51-B4C3-B7EE9A267206}"/>
    <dgm:cxn modelId="{190CEDE1-3354-4C47-9A8E-7705074E941F}" type="presOf" srcId="{CAAEA953-D59E-4412-A415-4296616C7E5E}" destId="{F239663F-D750-402E-BE24-43C2F55B043C}" srcOrd="0" destOrd="0" presId="urn:microsoft.com/office/officeart/2005/8/layout/process1"/>
    <dgm:cxn modelId="{8C09A8E2-0CA9-4C8E-AA56-5E92F333014F}" type="presOf" srcId="{68E1E81A-ACB3-462D-A340-4E00ACADAADE}" destId="{E6CA2E7F-C476-4DC0-ABC5-F86E1BF8444C}" srcOrd="0" destOrd="0" presId="urn:microsoft.com/office/officeart/2005/8/layout/process1"/>
    <dgm:cxn modelId="{EE90B7ED-1D11-410C-ACAD-951B90194D32}" type="presOf" srcId="{1F6AF51F-BDB5-4F52-8273-54C372A2DC75}" destId="{9A01FD85-BA05-43FC-9860-165E6A7B029C}" srcOrd="0" destOrd="0" presId="urn:microsoft.com/office/officeart/2005/8/layout/process1"/>
    <dgm:cxn modelId="{3F1E44F3-BF5A-4C4A-84C2-978F8E77A6B8}" type="presOf" srcId="{00C41D78-DEFD-4A11-B113-D333955A6377}" destId="{ACA0832C-2C86-430C-8F52-5FCD97E41BEE}" srcOrd="1" destOrd="0" presId="urn:microsoft.com/office/officeart/2005/8/layout/process1"/>
    <dgm:cxn modelId="{330F7D08-68CA-48DB-8816-85841F0EB4D7}" type="presParOf" srcId="{E65C3B0F-1223-4D3C-9102-2DC08EA094F4}" destId="{C587CD05-A919-47BA-A80E-06B17B4DEBC4}" srcOrd="0" destOrd="0" presId="urn:microsoft.com/office/officeart/2005/8/layout/process1"/>
    <dgm:cxn modelId="{B59F3852-CF73-4CB0-A427-DC88BFA0C576}" type="presParOf" srcId="{E65C3B0F-1223-4D3C-9102-2DC08EA094F4}" destId="{AB20460D-DA26-4E2E-A139-D028CCAF55AD}" srcOrd="1" destOrd="0" presId="urn:microsoft.com/office/officeart/2005/8/layout/process1"/>
    <dgm:cxn modelId="{16D3BF6D-C268-4DEF-BF85-9172973B9AD3}" type="presParOf" srcId="{AB20460D-DA26-4E2E-A139-D028CCAF55AD}" destId="{ACA0832C-2C86-430C-8F52-5FCD97E41BEE}" srcOrd="0" destOrd="0" presId="urn:microsoft.com/office/officeart/2005/8/layout/process1"/>
    <dgm:cxn modelId="{20D9A54B-CC16-484F-A4B0-CFDF61E780B8}" type="presParOf" srcId="{E65C3B0F-1223-4D3C-9102-2DC08EA094F4}" destId="{E6CA2E7F-C476-4DC0-ABC5-F86E1BF8444C}" srcOrd="2" destOrd="0" presId="urn:microsoft.com/office/officeart/2005/8/layout/process1"/>
    <dgm:cxn modelId="{CF13F577-4C63-4A61-B8E0-20C9CBE6F204}" type="presParOf" srcId="{E65C3B0F-1223-4D3C-9102-2DC08EA094F4}" destId="{ABA857AF-AB5D-4E4B-821C-A807AA71E87C}" srcOrd="3" destOrd="0" presId="urn:microsoft.com/office/officeart/2005/8/layout/process1"/>
    <dgm:cxn modelId="{3F72EADA-4549-4407-83E5-76CE87CCC655}" type="presParOf" srcId="{ABA857AF-AB5D-4E4B-821C-A807AA71E87C}" destId="{FA53CB42-0BD3-4139-8806-F0F9973B4C37}" srcOrd="0" destOrd="0" presId="urn:microsoft.com/office/officeart/2005/8/layout/process1"/>
    <dgm:cxn modelId="{C574D5D7-693B-45CE-B7F4-F85FB5E4661E}" type="presParOf" srcId="{E65C3B0F-1223-4D3C-9102-2DC08EA094F4}" destId="{86C01AF0-93E8-4ADC-83AC-41A373352250}" srcOrd="4" destOrd="0" presId="urn:microsoft.com/office/officeart/2005/8/layout/process1"/>
    <dgm:cxn modelId="{0ACC53B6-4E2F-4FE5-B183-483A2C41C017}" type="presParOf" srcId="{E65C3B0F-1223-4D3C-9102-2DC08EA094F4}" destId="{ED9B7062-84BB-4FE1-BC74-951880287B74}" srcOrd="5" destOrd="0" presId="urn:microsoft.com/office/officeart/2005/8/layout/process1"/>
    <dgm:cxn modelId="{B3FA1DE6-9D19-4843-8F79-A1759D95676A}" type="presParOf" srcId="{ED9B7062-84BB-4FE1-BC74-951880287B74}" destId="{145B9007-C9F1-4F92-8B34-1CAEF7F2303F}" srcOrd="0" destOrd="0" presId="urn:microsoft.com/office/officeart/2005/8/layout/process1"/>
    <dgm:cxn modelId="{B6F6D23E-0F96-4868-A5C4-1E9045A1C07B}" type="presParOf" srcId="{E65C3B0F-1223-4D3C-9102-2DC08EA094F4}" destId="{8DB0ACFA-13DC-4673-B771-43EFDD2EA6D4}" srcOrd="6" destOrd="0" presId="urn:microsoft.com/office/officeart/2005/8/layout/process1"/>
    <dgm:cxn modelId="{E9116633-C45C-42A6-94DF-13A404BF2952}" type="presParOf" srcId="{E65C3B0F-1223-4D3C-9102-2DC08EA094F4}" destId="{B828D57D-E887-4157-AB5D-C6E206B87E0C}" srcOrd="7" destOrd="0" presId="urn:microsoft.com/office/officeart/2005/8/layout/process1"/>
    <dgm:cxn modelId="{1F451186-78A5-42E6-9783-BE23F52B0D43}" type="presParOf" srcId="{B828D57D-E887-4157-AB5D-C6E206B87E0C}" destId="{948B8D23-7BA7-45EF-B43C-EC7F6A59C87E}" srcOrd="0" destOrd="0" presId="urn:microsoft.com/office/officeart/2005/8/layout/process1"/>
    <dgm:cxn modelId="{FEB9C3DA-B076-467B-B382-170CD476D3C0}" type="presParOf" srcId="{E65C3B0F-1223-4D3C-9102-2DC08EA094F4}" destId="{F239663F-D750-402E-BE24-43C2F55B043C}" srcOrd="8" destOrd="0" presId="urn:microsoft.com/office/officeart/2005/8/layout/process1"/>
    <dgm:cxn modelId="{84F9DD34-8BCE-41D7-B144-B20B98DE9446}" type="presParOf" srcId="{E65C3B0F-1223-4D3C-9102-2DC08EA094F4}" destId="{1181609B-8FBE-416A-A346-6E3448FDE3FE}" srcOrd="9" destOrd="0" presId="urn:microsoft.com/office/officeart/2005/8/layout/process1"/>
    <dgm:cxn modelId="{7660FAD8-71EC-4EB1-B69D-E1D27DB4B4E6}" type="presParOf" srcId="{1181609B-8FBE-416A-A346-6E3448FDE3FE}" destId="{D2B6543B-6AD5-4278-99E4-87E58F69C67E}" srcOrd="0" destOrd="0" presId="urn:microsoft.com/office/officeart/2005/8/layout/process1"/>
    <dgm:cxn modelId="{E957CF53-3C6D-46A0-88C9-BEFD569DD346}" type="presParOf" srcId="{E65C3B0F-1223-4D3C-9102-2DC08EA094F4}" destId="{9A01FD85-BA05-43FC-9860-165E6A7B029C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29C5A3-D8DF-420E-B034-4B83567B61F1}" type="doc">
      <dgm:prSet loTypeId="urn:microsoft.com/office/officeart/2005/8/layout/vProcess5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29C1555C-B4EE-40F0-93C7-E547CF22F78D}">
      <dgm:prSet phldrT="[Text]" phldr="0"/>
      <dgm:spPr/>
      <dgm:t>
        <a:bodyPr/>
        <a:lstStyle/>
        <a:p>
          <a:r>
            <a:rPr lang="en-US" dirty="0"/>
            <a:t>Sales/ CS department </a:t>
          </a:r>
          <a:endParaRPr lang="en-MY" dirty="0"/>
        </a:p>
      </dgm:t>
    </dgm:pt>
    <dgm:pt modelId="{1C7D5C98-8A8E-4538-834E-678CEF6730E9}" type="parTrans" cxnId="{74F9CE14-4EA3-486A-B667-F8AAF149E589}">
      <dgm:prSet/>
      <dgm:spPr/>
      <dgm:t>
        <a:bodyPr/>
        <a:lstStyle/>
        <a:p>
          <a:endParaRPr lang="en-MY"/>
        </a:p>
      </dgm:t>
    </dgm:pt>
    <dgm:pt modelId="{458C90A9-1F0D-495B-85B0-C0DA4D56D4EA}" type="sibTrans" cxnId="{74F9CE14-4EA3-486A-B667-F8AAF149E589}">
      <dgm:prSet/>
      <dgm:spPr/>
      <dgm:t>
        <a:bodyPr/>
        <a:lstStyle/>
        <a:p>
          <a:endParaRPr lang="en-MY"/>
        </a:p>
      </dgm:t>
    </dgm:pt>
    <dgm:pt modelId="{A18EFCC1-6DEF-4B24-A3F3-BB82D7AD85F9}">
      <dgm:prSet phldrT="[Text]" phldr="0"/>
      <dgm:spPr/>
      <dgm:t>
        <a:bodyPr/>
        <a:lstStyle/>
        <a:p>
          <a:r>
            <a:rPr lang="en-US" dirty="0"/>
            <a:t>Fill Sales &amp; Design Enquiry form </a:t>
          </a:r>
          <a:endParaRPr lang="en-MY" dirty="0"/>
        </a:p>
      </dgm:t>
    </dgm:pt>
    <dgm:pt modelId="{292AB116-17D8-4697-80BD-7B3BC269AD15}" type="parTrans" cxnId="{2FB2A547-5D2A-4AD2-89CB-A8B5F0D77C2B}">
      <dgm:prSet/>
      <dgm:spPr/>
      <dgm:t>
        <a:bodyPr/>
        <a:lstStyle/>
        <a:p>
          <a:endParaRPr lang="en-MY"/>
        </a:p>
      </dgm:t>
    </dgm:pt>
    <dgm:pt modelId="{EC255056-F900-4051-BD59-26C90CFCA350}" type="sibTrans" cxnId="{2FB2A547-5D2A-4AD2-89CB-A8B5F0D77C2B}">
      <dgm:prSet/>
      <dgm:spPr/>
      <dgm:t>
        <a:bodyPr/>
        <a:lstStyle/>
        <a:p>
          <a:endParaRPr lang="en-MY"/>
        </a:p>
      </dgm:t>
    </dgm:pt>
    <dgm:pt modelId="{24677AFA-29A5-4E04-948A-0D8D12270E93}">
      <dgm:prSet phldrT="[Text]" phldr="0"/>
      <dgm:spPr/>
      <dgm:t>
        <a:bodyPr/>
        <a:lstStyle/>
        <a:p>
          <a:r>
            <a:rPr lang="en-US" dirty="0"/>
            <a:t>Notify NPI team</a:t>
          </a:r>
          <a:endParaRPr lang="en-MY" dirty="0"/>
        </a:p>
      </dgm:t>
    </dgm:pt>
    <dgm:pt modelId="{27598D67-9825-4939-ABFD-F6BA6AF0CD73}" type="sibTrans" cxnId="{CB6A5665-35D6-4080-95ED-BA6E466521E7}">
      <dgm:prSet/>
      <dgm:spPr/>
      <dgm:t>
        <a:bodyPr/>
        <a:lstStyle/>
        <a:p>
          <a:endParaRPr lang="en-MY"/>
        </a:p>
      </dgm:t>
    </dgm:pt>
    <dgm:pt modelId="{02DF9CC6-BDDE-4EAA-B12B-88FA684843BC}" type="parTrans" cxnId="{CB6A5665-35D6-4080-95ED-BA6E466521E7}">
      <dgm:prSet/>
      <dgm:spPr/>
      <dgm:t>
        <a:bodyPr/>
        <a:lstStyle/>
        <a:p>
          <a:endParaRPr lang="en-MY"/>
        </a:p>
      </dgm:t>
    </dgm:pt>
    <dgm:pt modelId="{13BFFC95-F7FD-4BB5-B198-3DC04912D58D}" type="pres">
      <dgm:prSet presAssocID="{5129C5A3-D8DF-420E-B034-4B83567B61F1}" presName="outerComposite" presStyleCnt="0">
        <dgm:presLayoutVars>
          <dgm:chMax val="5"/>
          <dgm:dir/>
          <dgm:resizeHandles val="exact"/>
        </dgm:presLayoutVars>
      </dgm:prSet>
      <dgm:spPr/>
    </dgm:pt>
    <dgm:pt modelId="{17107190-E56F-4175-94A9-048794FB6788}" type="pres">
      <dgm:prSet presAssocID="{5129C5A3-D8DF-420E-B034-4B83567B61F1}" presName="dummyMaxCanvas" presStyleCnt="0">
        <dgm:presLayoutVars/>
      </dgm:prSet>
      <dgm:spPr/>
    </dgm:pt>
    <dgm:pt modelId="{36CC65BC-D900-4A4E-A3F6-63FD7D8ADBDA}" type="pres">
      <dgm:prSet presAssocID="{5129C5A3-D8DF-420E-B034-4B83567B61F1}" presName="ThreeNodes_1" presStyleLbl="node1" presStyleIdx="0" presStyleCnt="3">
        <dgm:presLayoutVars>
          <dgm:bulletEnabled val="1"/>
        </dgm:presLayoutVars>
      </dgm:prSet>
      <dgm:spPr/>
    </dgm:pt>
    <dgm:pt modelId="{1928D7E5-F334-4074-B614-528FF6EBE79E}" type="pres">
      <dgm:prSet presAssocID="{5129C5A3-D8DF-420E-B034-4B83567B61F1}" presName="ThreeNodes_2" presStyleLbl="node1" presStyleIdx="1" presStyleCnt="3">
        <dgm:presLayoutVars>
          <dgm:bulletEnabled val="1"/>
        </dgm:presLayoutVars>
      </dgm:prSet>
      <dgm:spPr/>
    </dgm:pt>
    <dgm:pt modelId="{6FC06B86-F7CF-4B4A-A0E5-0ED53756FD27}" type="pres">
      <dgm:prSet presAssocID="{5129C5A3-D8DF-420E-B034-4B83567B61F1}" presName="ThreeNodes_3" presStyleLbl="node1" presStyleIdx="2" presStyleCnt="3">
        <dgm:presLayoutVars>
          <dgm:bulletEnabled val="1"/>
        </dgm:presLayoutVars>
      </dgm:prSet>
      <dgm:spPr/>
    </dgm:pt>
    <dgm:pt modelId="{ECB2B79B-5FCA-44B0-9EA2-E0F07F0A7930}" type="pres">
      <dgm:prSet presAssocID="{5129C5A3-D8DF-420E-B034-4B83567B61F1}" presName="ThreeConn_1-2" presStyleLbl="fgAccFollowNode1" presStyleIdx="0" presStyleCnt="2">
        <dgm:presLayoutVars>
          <dgm:bulletEnabled val="1"/>
        </dgm:presLayoutVars>
      </dgm:prSet>
      <dgm:spPr/>
    </dgm:pt>
    <dgm:pt modelId="{C93818CD-FF89-48F2-9B73-7BAF572877B6}" type="pres">
      <dgm:prSet presAssocID="{5129C5A3-D8DF-420E-B034-4B83567B61F1}" presName="ThreeConn_2-3" presStyleLbl="fgAccFollowNode1" presStyleIdx="1" presStyleCnt="2">
        <dgm:presLayoutVars>
          <dgm:bulletEnabled val="1"/>
        </dgm:presLayoutVars>
      </dgm:prSet>
      <dgm:spPr/>
    </dgm:pt>
    <dgm:pt modelId="{EAFA8528-22CB-4D92-A8E2-7E2BA6D15465}" type="pres">
      <dgm:prSet presAssocID="{5129C5A3-D8DF-420E-B034-4B83567B61F1}" presName="ThreeNodes_1_text" presStyleLbl="node1" presStyleIdx="2" presStyleCnt="3">
        <dgm:presLayoutVars>
          <dgm:bulletEnabled val="1"/>
        </dgm:presLayoutVars>
      </dgm:prSet>
      <dgm:spPr/>
    </dgm:pt>
    <dgm:pt modelId="{D8814AAE-F5A5-4F39-A008-6BE152BDAA6E}" type="pres">
      <dgm:prSet presAssocID="{5129C5A3-D8DF-420E-B034-4B83567B61F1}" presName="ThreeNodes_2_text" presStyleLbl="node1" presStyleIdx="2" presStyleCnt="3">
        <dgm:presLayoutVars>
          <dgm:bulletEnabled val="1"/>
        </dgm:presLayoutVars>
      </dgm:prSet>
      <dgm:spPr/>
    </dgm:pt>
    <dgm:pt modelId="{5ECD245D-7137-4FFF-AC63-471EBFFB65B5}" type="pres">
      <dgm:prSet presAssocID="{5129C5A3-D8DF-420E-B034-4B83567B61F1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38E8050A-020C-4DCB-AE21-73A18F78DBC6}" type="presOf" srcId="{29C1555C-B4EE-40F0-93C7-E547CF22F78D}" destId="{36CC65BC-D900-4A4E-A3F6-63FD7D8ADBDA}" srcOrd="0" destOrd="0" presId="urn:microsoft.com/office/officeart/2005/8/layout/vProcess5"/>
    <dgm:cxn modelId="{74F9CE14-4EA3-486A-B667-F8AAF149E589}" srcId="{5129C5A3-D8DF-420E-B034-4B83567B61F1}" destId="{29C1555C-B4EE-40F0-93C7-E547CF22F78D}" srcOrd="0" destOrd="0" parTransId="{1C7D5C98-8A8E-4538-834E-678CEF6730E9}" sibTransId="{458C90A9-1F0D-495B-85B0-C0DA4D56D4EA}"/>
    <dgm:cxn modelId="{CB6A5665-35D6-4080-95ED-BA6E466521E7}" srcId="{5129C5A3-D8DF-420E-B034-4B83567B61F1}" destId="{24677AFA-29A5-4E04-948A-0D8D12270E93}" srcOrd="2" destOrd="0" parTransId="{02DF9CC6-BDDE-4EAA-B12B-88FA684843BC}" sibTransId="{27598D67-9825-4939-ABFD-F6BA6AF0CD73}"/>
    <dgm:cxn modelId="{2FB2A547-5D2A-4AD2-89CB-A8B5F0D77C2B}" srcId="{5129C5A3-D8DF-420E-B034-4B83567B61F1}" destId="{A18EFCC1-6DEF-4B24-A3F3-BB82D7AD85F9}" srcOrd="1" destOrd="0" parTransId="{292AB116-17D8-4697-80BD-7B3BC269AD15}" sibTransId="{EC255056-F900-4051-BD59-26C90CFCA350}"/>
    <dgm:cxn modelId="{12151A4B-86F4-4B22-8144-A51820063DFB}" type="presOf" srcId="{29C1555C-B4EE-40F0-93C7-E547CF22F78D}" destId="{EAFA8528-22CB-4D92-A8E2-7E2BA6D15465}" srcOrd="1" destOrd="0" presId="urn:microsoft.com/office/officeart/2005/8/layout/vProcess5"/>
    <dgm:cxn modelId="{567B014F-2FB9-4E83-A62B-B1B7D49B86D3}" type="presOf" srcId="{24677AFA-29A5-4E04-948A-0D8D12270E93}" destId="{5ECD245D-7137-4FFF-AC63-471EBFFB65B5}" srcOrd="1" destOrd="0" presId="urn:microsoft.com/office/officeart/2005/8/layout/vProcess5"/>
    <dgm:cxn modelId="{ECE1FC53-F957-4E26-A484-F0B3A8013626}" type="presOf" srcId="{458C90A9-1F0D-495B-85B0-C0DA4D56D4EA}" destId="{ECB2B79B-5FCA-44B0-9EA2-E0F07F0A7930}" srcOrd="0" destOrd="0" presId="urn:microsoft.com/office/officeart/2005/8/layout/vProcess5"/>
    <dgm:cxn modelId="{6122C385-C2CF-41AA-95CA-38BA37815C22}" type="presOf" srcId="{EC255056-F900-4051-BD59-26C90CFCA350}" destId="{C93818CD-FF89-48F2-9B73-7BAF572877B6}" srcOrd="0" destOrd="0" presId="urn:microsoft.com/office/officeart/2005/8/layout/vProcess5"/>
    <dgm:cxn modelId="{3410E6B0-284C-43B6-A382-BD494BAB39E7}" type="presOf" srcId="{A18EFCC1-6DEF-4B24-A3F3-BB82D7AD85F9}" destId="{1928D7E5-F334-4074-B614-528FF6EBE79E}" srcOrd="0" destOrd="0" presId="urn:microsoft.com/office/officeart/2005/8/layout/vProcess5"/>
    <dgm:cxn modelId="{9CAC6AE2-BBC5-426D-9814-F73948655048}" type="presOf" srcId="{24677AFA-29A5-4E04-948A-0D8D12270E93}" destId="{6FC06B86-F7CF-4B4A-A0E5-0ED53756FD27}" srcOrd="0" destOrd="0" presId="urn:microsoft.com/office/officeart/2005/8/layout/vProcess5"/>
    <dgm:cxn modelId="{2BCA72EF-4C53-4F48-9ABF-80E8A196B5AE}" type="presOf" srcId="{A18EFCC1-6DEF-4B24-A3F3-BB82D7AD85F9}" destId="{D8814AAE-F5A5-4F39-A008-6BE152BDAA6E}" srcOrd="1" destOrd="0" presId="urn:microsoft.com/office/officeart/2005/8/layout/vProcess5"/>
    <dgm:cxn modelId="{9CE687F1-F8A1-4529-BA60-4E8F58E1B3B3}" type="presOf" srcId="{5129C5A3-D8DF-420E-B034-4B83567B61F1}" destId="{13BFFC95-F7FD-4BB5-B198-3DC04912D58D}" srcOrd="0" destOrd="0" presId="urn:microsoft.com/office/officeart/2005/8/layout/vProcess5"/>
    <dgm:cxn modelId="{1344E8AF-B7ED-4D26-9CBF-34FD43FB9A7F}" type="presParOf" srcId="{13BFFC95-F7FD-4BB5-B198-3DC04912D58D}" destId="{17107190-E56F-4175-94A9-048794FB6788}" srcOrd="0" destOrd="0" presId="urn:microsoft.com/office/officeart/2005/8/layout/vProcess5"/>
    <dgm:cxn modelId="{0FD94F23-A640-447A-BF2D-5C8ACF14B3D5}" type="presParOf" srcId="{13BFFC95-F7FD-4BB5-B198-3DC04912D58D}" destId="{36CC65BC-D900-4A4E-A3F6-63FD7D8ADBDA}" srcOrd="1" destOrd="0" presId="urn:microsoft.com/office/officeart/2005/8/layout/vProcess5"/>
    <dgm:cxn modelId="{80DFEB5A-B6DE-4A7C-BE04-B996B40C6F8B}" type="presParOf" srcId="{13BFFC95-F7FD-4BB5-B198-3DC04912D58D}" destId="{1928D7E5-F334-4074-B614-528FF6EBE79E}" srcOrd="2" destOrd="0" presId="urn:microsoft.com/office/officeart/2005/8/layout/vProcess5"/>
    <dgm:cxn modelId="{9D0EF85A-16EC-4777-BA3C-C72C1CDA12F2}" type="presParOf" srcId="{13BFFC95-F7FD-4BB5-B198-3DC04912D58D}" destId="{6FC06B86-F7CF-4B4A-A0E5-0ED53756FD27}" srcOrd="3" destOrd="0" presId="urn:microsoft.com/office/officeart/2005/8/layout/vProcess5"/>
    <dgm:cxn modelId="{B24084E9-1B62-465E-B460-FFF9714C0D99}" type="presParOf" srcId="{13BFFC95-F7FD-4BB5-B198-3DC04912D58D}" destId="{ECB2B79B-5FCA-44B0-9EA2-E0F07F0A7930}" srcOrd="4" destOrd="0" presId="urn:microsoft.com/office/officeart/2005/8/layout/vProcess5"/>
    <dgm:cxn modelId="{9C80A622-B9F5-43D6-A279-EB294CA71683}" type="presParOf" srcId="{13BFFC95-F7FD-4BB5-B198-3DC04912D58D}" destId="{C93818CD-FF89-48F2-9B73-7BAF572877B6}" srcOrd="5" destOrd="0" presId="urn:microsoft.com/office/officeart/2005/8/layout/vProcess5"/>
    <dgm:cxn modelId="{D2FA7126-EBE9-4DBE-B92C-BE01AF19CB36}" type="presParOf" srcId="{13BFFC95-F7FD-4BB5-B198-3DC04912D58D}" destId="{EAFA8528-22CB-4D92-A8E2-7E2BA6D15465}" srcOrd="6" destOrd="0" presId="urn:microsoft.com/office/officeart/2005/8/layout/vProcess5"/>
    <dgm:cxn modelId="{AAE5C437-D4A8-4B06-8991-D906D59EBCF5}" type="presParOf" srcId="{13BFFC95-F7FD-4BB5-B198-3DC04912D58D}" destId="{D8814AAE-F5A5-4F39-A008-6BE152BDAA6E}" srcOrd="7" destOrd="0" presId="urn:microsoft.com/office/officeart/2005/8/layout/vProcess5"/>
    <dgm:cxn modelId="{FFF9F2BE-3A6D-4765-9F62-41657665BB20}" type="presParOf" srcId="{13BFFC95-F7FD-4BB5-B198-3DC04912D58D}" destId="{5ECD245D-7137-4FFF-AC63-471EBFFB65B5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129C5A3-D8DF-420E-B034-4B83567B61F1}" type="doc">
      <dgm:prSet loTypeId="urn:microsoft.com/office/officeart/2005/8/layout/vProcess5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29C1555C-B4EE-40F0-93C7-E547CF22F78D}">
      <dgm:prSet phldrT="[Text]" phldr="0"/>
      <dgm:spPr/>
      <dgm:t>
        <a:bodyPr/>
        <a:lstStyle/>
        <a:p>
          <a:r>
            <a:rPr lang="en-US" dirty="0"/>
            <a:t>NPI team to identify the Gantt Chart </a:t>
          </a:r>
          <a:endParaRPr lang="en-MY" dirty="0"/>
        </a:p>
      </dgm:t>
    </dgm:pt>
    <dgm:pt modelId="{1C7D5C98-8A8E-4538-834E-678CEF6730E9}" type="parTrans" cxnId="{74F9CE14-4EA3-486A-B667-F8AAF149E589}">
      <dgm:prSet/>
      <dgm:spPr/>
      <dgm:t>
        <a:bodyPr/>
        <a:lstStyle/>
        <a:p>
          <a:endParaRPr lang="en-MY"/>
        </a:p>
      </dgm:t>
    </dgm:pt>
    <dgm:pt modelId="{458C90A9-1F0D-495B-85B0-C0DA4D56D4EA}" type="sibTrans" cxnId="{74F9CE14-4EA3-486A-B667-F8AAF149E589}">
      <dgm:prSet/>
      <dgm:spPr/>
      <dgm:t>
        <a:bodyPr/>
        <a:lstStyle/>
        <a:p>
          <a:endParaRPr lang="en-MY"/>
        </a:p>
      </dgm:t>
    </dgm:pt>
    <dgm:pt modelId="{A18EFCC1-6DEF-4B24-A3F3-BB82D7AD85F9}">
      <dgm:prSet phldrT="[Text]" phldr="0"/>
      <dgm:spPr/>
      <dgm:t>
        <a:bodyPr/>
        <a:lstStyle/>
        <a:p>
          <a:r>
            <a:rPr lang="en-US" dirty="0"/>
            <a:t>Save in project folder</a:t>
          </a:r>
          <a:endParaRPr lang="en-MY" dirty="0"/>
        </a:p>
      </dgm:t>
    </dgm:pt>
    <dgm:pt modelId="{292AB116-17D8-4697-80BD-7B3BC269AD15}" type="parTrans" cxnId="{2FB2A547-5D2A-4AD2-89CB-A8B5F0D77C2B}">
      <dgm:prSet/>
      <dgm:spPr/>
      <dgm:t>
        <a:bodyPr/>
        <a:lstStyle/>
        <a:p>
          <a:endParaRPr lang="en-MY"/>
        </a:p>
      </dgm:t>
    </dgm:pt>
    <dgm:pt modelId="{EC255056-F900-4051-BD59-26C90CFCA350}" type="sibTrans" cxnId="{2FB2A547-5D2A-4AD2-89CB-A8B5F0D77C2B}">
      <dgm:prSet/>
      <dgm:spPr/>
      <dgm:t>
        <a:bodyPr/>
        <a:lstStyle/>
        <a:p>
          <a:endParaRPr lang="en-MY"/>
        </a:p>
      </dgm:t>
    </dgm:pt>
    <dgm:pt modelId="{24677AFA-29A5-4E04-948A-0D8D12270E93}">
      <dgm:prSet phldrT="[Text]" phldr="0"/>
      <dgm:spPr/>
      <dgm:t>
        <a:bodyPr/>
        <a:lstStyle/>
        <a:p>
          <a:r>
            <a:rPr lang="en-US" dirty="0"/>
            <a:t>Notify selected user on overall Gantt Chart</a:t>
          </a:r>
          <a:endParaRPr lang="en-MY" dirty="0"/>
        </a:p>
      </dgm:t>
    </dgm:pt>
    <dgm:pt modelId="{27598D67-9825-4939-ABFD-F6BA6AF0CD73}" type="sibTrans" cxnId="{CB6A5665-35D6-4080-95ED-BA6E466521E7}">
      <dgm:prSet/>
      <dgm:spPr/>
      <dgm:t>
        <a:bodyPr/>
        <a:lstStyle/>
        <a:p>
          <a:endParaRPr lang="en-MY"/>
        </a:p>
      </dgm:t>
    </dgm:pt>
    <dgm:pt modelId="{02DF9CC6-BDDE-4EAA-B12B-88FA684843BC}" type="parTrans" cxnId="{CB6A5665-35D6-4080-95ED-BA6E466521E7}">
      <dgm:prSet/>
      <dgm:spPr/>
      <dgm:t>
        <a:bodyPr/>
        <a:lstStyle/>
        <a:p>
          <a:endParaRPr lang="en-MY"/>
        </a:p>
      </dgm:t>
    </dgm:pt>
    <dgm:pt modelId="{13BFFC95-F7FD-4BB5-B198-3DC04912D58D}" type="pres">
      <dgm:prSet presAssocID="{5129C5A3-D8DF-420E-B034-4B83567B61F1}" presName="outerComposite" presStyleCnt="0">
        <dgm:presLayoutVars>
          <dgm:chMax val="5"/>
          <dgm:dir/>
          <dgm:resizeHandles val="exact"/>
        </dgm:presLayoutVars>
      </dgm:prSet>
      <dgm:spPr/>
    </dgm:pt>
    <dgm:pt modelId="{17107190-E56F-4175-94A9-048794FB6788}" type="pres">
      <dgm:prSet presAssocID="{5129C5A3-D8DF-420E-B034-4B83567B61F1}" presName="dummyMaxCanvas" presStyleCnt="0">
        <dgm:presLayoutVars/>
      </dgm:prSet>
      <dgm:spPr/>
    </dgm:pt>
    <dgm:pt modelId="{36CC65BC-D900-4A4E-A3F6-63FD7D8ADBDA}" type="pres">
      <dgm:prSet presAssocID="{5129C5A3-D8DF-420E-B034-4B83567B61F1}" presName="ThreeNodes_1" presStyleLbl="node1" presStyleIdx="0" presStyleCnt="3">
        <dgm:presLayoutVars>
          <dgm:bulletEnabled val="1"/>
        </dgm:presLayoutVars>
      </dgm:prSet>
      <dgm:spPr/>
    </dgm:pt>
    <dgm:pt modelId="{1928D7E5-F334-4074-B614-528FF6EBE79E}" type="pres">
      <dgm:prSet presAssocID="{5129C5A3-D8DF-420E-B034-4B83567B61F1}" presName="ThreeNodes_2" presStyleLbl="node1" presStyleIdx="1" presStyleCnt="3">
        <dgm:presLayoutVars>
          <dgm:bulletEnabled val="1"/>
        </dgm:presLayoutVars>
      </dgm:prSet>
      <dgm:spPr/>
    </dgm:pt>
    <dgm:pt modelId="{6FC06B86-F7CF-4B4A-A0E5-0ED53756FD27}" type="pres">
      <dgm:prSet presAssocID="{5129C5A3-D8DF-420E-B034-4B83567B61F1}" presName="ThreeNodes_3" presStyleLbl="node1" presStyleIdx="2" presStyleCnt="3">
        <dgm:presLayoutVars>
          <dgm:bulletEnabled val="1"/>
        </dgm:presLayoutVars>
      </dgm:prSet>
      <dgm:spPr/>
    </dgm:pt>
    <dgm:pt modelId="{ECB2B79B-5FCA-44B0-9EA2-E0F07F0A7930}" type="pres">
      <dgm:prSet presAssocID="{5129C5A3-D8DF-420E-B034-4B83567B61F1}" presName="ThreeConn_1-2" presStyleLbl="fgAccFollowNode1" presStyleIdx="0" presStyleCnt="2">
        <dgm:presLayoutVars>
          <dgm:bulletEnabled val="1"/>
        </dgm:presLayoutVars>
      </dgm:prSet>
      <dgm:spPr/>
    </dgm:pt>
    <dgm:pt modelId="{C93818CD-FF89-48F2-9B73-7BAF572877B6}" type="pres">
      <dgm:prSet presAssocID="{5129C5A3-D8DF-420E-B034-4B83567B61F1}" presName="ThreeConn_2-3" presStyleLbl="fgAccFollowNode1" presStyleIdx="1" presStyleCnt="2">
        <dgm:presLayoutVars>
          <dgm:bulletEnabled val="1"/>
        </dgm:presLayoutVars>
      </dgm:prSet>
      <dgm:spPr/>
    </dgm:pt>
    <dgm:pt modelId="{EAFA8528-22CB-4D92-A8E2-7E2BA6D15465}" type="pres">
      <dgm:prSet presAssocID="{5129C5A3-D8DF-420E-B034-4B83567B61F1}" presName="ThreeNodes_1_text" presStyleLbl="node1" presStyleIdx="2" presStyleCnt="3">
        <dgm:presLayoutVars>
          <dgm:bulletEnabled val="1"/>
        </dgm:presLayoutVars>
      </dgm:prSet>
      <dgm:spPr/>
    </dgm:pt>
    <dgm:pt modelId="{D8814AAE-F5A5-4F39-A008-6BE152BDAA6E}" type="pres">
      <dgm:prSet presAssocID="{5129C5A3-D8DF-420E-B034-4B83567B61F1}" presName="ThreeNodes_2_text" presStyleLbl="node1" presStyleIdx="2" presStyleCnt="3">
        <dgm:presLayoutVars>
          <dgm:bulletEnabled val="1"/>
        </dgm:presLayoutVars>
      </dgm:prSet>
      <dgm:spPr/>
    </dgm:pt>
    <dgm:pt modelId="{5ECD245D-7137-4FFF-AC63-471EBFFB65B5}" type="pres">
      <dgm:prSet presAssocID="{5129C5A3-D8DF-420E-B034-4B83567B61F1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38E8050A-020C-4DCB-AE21-73A18F78DBC6}" type="presOf" srcId="{29C1555C-B4EE-40F0-93C7-E547CF22F78D}" destId="{36CC65BC-D900-4A4E-A3F6-63FD7D8ADBDA}" srcOrd="0" destOrd="0" presId="urn:microsoft.com/office/officeart/2005/8/layout/vProcess5"/>
    <dgm:cxn modelId="{74F9CE14-4EA3-486A-B667-F8AAF149E589}" srcId="{5129C5A3-D8DF-420E-B034-4B83567B61F1}" destId="{29C1555C-B4EE-40F0-93C7-E547CF22F78D}" srcOrd="0" destOrd="0" parTransId="{1C7D5C98-8A8E-4538-834E-678CEF6730E9}" sibTransId="{458C90A9-1F0D-495B-85B0-C0DA4D56D4EA}"/>
    <dgm:cxn modelId="{CB6A5665-35D6-4080-95ED-BA6E466521E7}" srcId="{5129C5A3-D8DF-420E-B034-4B83567B61F1}" destId="{24677AFA-29A5-4E04-948A-0D8D12270E93}" srcOrd="2" destOrd="0" parTransId="{02DF9CC6-BDDE-4EAA-B12B-88FA684843BC}" sibTransId="{27598D67-9825-4939-ABFD-F6BA6AF0CD73}"/>
    <dgm:cxn modelId="{2FB2A547-5D2A-4AD2-89CB-A8B5F0D77C2B}" srcId="{5129C5A3-D8DF-420E-B034-4B83567B61F1}" destId="{A18EFCC1-6DEF-4B24-A3F3-BB82D7AD85F9}" srcOrd="1" destOrd="0" parTransId="{292AB116-17D8-4697-80BD-7B3BC269AD15}" sibTransId="{EC255056-F900-4051-BD59-26C90CFCA350}"/>
    <dgm:cxn modelId="{12151A4B-86F4-4B22-8144-A51820063DFB}" type="presOf" srcId="{29C1555C-B4EE-40F0-93C7-E547CF22F78D}" destId="{EAFA8528-22CB-4D92-A8E2-7E2BA6D15465}" srcOrd="1" destOrd="0" presId="urn:microsoft.com/office/officeart/2005/8/layout/vProcess5"/>
    <dgm:cxn modelId="{567B014F-2FB9-4E83-A62B-B1B7D49B86D3}" type="presOf" srcId="{24677AFA-29A5-4E04-948A-0D8D12270E93}" destId="{5ECD245D-7137-4FFF-AC63-471EBFFB65B5}" srcOrd="1" destOrd="0" presId="urn:microsoft.com/office/officeart/2005/8/layout/vProcess5"/>
    <dgm:cxn modelId="{ECE1FC53-F957-4E26-A484-F0B3A8013626}" type="presOf" srcId="{458C90A9-1F0D-495B-85B0-C0DA4D56D4EA}" destId="{ECB2B79B-5FCA-44B0-9EA2-E0F07F0A7930}" srcOrd="0" destOrd="0" presId="urn:microsoft.com/office/officeart/2005/8/layout/vProcess5"/>
    <dgm:cxn modelId="{6122C385-C2CF-41AA-95CA-38BA37815C22}" type="presOf" srcId="{EC255056-F900-4051-BD59-26C90CFCA350}" destId="{C93818CD-FF89-48F2-9B73-7BAF572877B6}" srcOrd="0" destOrd="0" presId="urn:microsoft.com/office/officeart/2005/8/layout/vProcess5"/>
    <dgm:cxn modelId="{3410E6B0-284C-43B6-A382-BD494BAB39E7}" type="presOf" srcId="{A18EFCC1-6DEF-4B24-A3F3-BB82D7AD85F9}" destId="{1928D7E5-F334-4074-B614-528FF6EBE79E}" srcOrd="0" destOrd="0" presId="urn:microsoft.com/office/officeart/2005/8/layout/vProcess5"/>
    <dgm:cxn modelId="{9CAC6AE2-BBC5-426D-9814-F73948655048}" type="presOf" srcId="{24677AFA-29A5-4E04-948A-0D8D12270E93}" destId="{6FC06B86-F7CF-4B4A-A0E5-0ED53756FD27}" srcOrd="0" destOrd="0" presId="urn:microsoft.com/office/officeart/2005/8/layout/vProcess5"/>
    <dgm:cxn modelId="{2BCA72EF-4C53-4F48-9ABF-80E8A196B5AE}" type="presOf" srcId="{A18EFCC1-6DEF-4B24-A3F3-BB82D7AD85F9}" destId="{D8814AAE-F5A5-4F39-A008-6BE152BDAA6E}" srcOrd="1" destOrd="0" presId="urn:microsoft.com/office/officeart/2005/8/layout/vProcess5"/>
    <dgm:cxn modelId="{9CE687F1-F8A1-4529-BA60-4E8F58E1B3B3}" type="presOf" srcId="{5129C5A3-D8DF-420E-B034-4B83567B61F1}" destId="{13BFFC95-F7FD-4BB5-B198-3DC04912D58D}" srcOrd="0" destOrd="0" presId="urn:microsoft.com/office/officeart/2005/8/layout/vProcess5"/>
    <dgm:cxn modelId="{1344E8AF-B7ED-4D26-9CBF-34FD43FB9A7F}" type="presParOf" srcId="{13BFFC95-F7FD-4BB5-B198-3DC04912D58D}" destId="{17107190-E56F-4175-94A9-048794FB6788}" srcOrd="0" destOrd="0" presId="urn:microsoft.com/office/officeart/2005/8/layout/vProcess5"/>
    <dgm:cxn modelId="{0FD94F23-A640-447A-BF2D-5C8ACF14B3D5}" type="presParOf" srcId="{13BFFC95-F7FD-4BB5-B198-3DC04912D58D}" destId="{36CC65BC-D900-4A4E-A3F6-63FD7D8ADBDA}" srcOrd="1" destOrd="0" presId="urn:microsoft.com/office/officeart/2005/8/layout/vProcess5"/>
    <dgm:cxn modelId="{80DFEB5A-B6DE-4A7C-BE04-B996B40C6F8B}" type="presParOf" srcId="{13BFFC95-F7FD-4BB5-B198-3DC04912D58D}" destId="{1928D7E5-F334-4074-B614-528FF6EBE79E}" srcOrd="2" destOrd="0" presId="urn:microsoft.com/office/officeart/2005/8/layout/vProcess5"/>
    <dgm:cxn modelId="{9D0EF85A-16EC-4777-BA3C-C72C1CDA12F2}" type="presParOf" srcId="{13BFFC95-F7FD-4BB5-B198-3DC04912D58D}" destId="{6FC06B86-F7CF-4B4A-A0E5-0ED53756FD27}" srcOrd="3" destOrd="0" presId="urn:microsoft.com/office/officeart/2005/8/layout/vProcess5"/>
    <dgm:cxn modelId="{B24084E9-1B62-465E-B460-FFF9714C0D99}" type="presParOf" srcId="{13BFFC95-F7FD-4BB5-B198-3DC04912D58D}" destId="{ECB2B79B-5FCA-44B0-9EA2-E0F07F0A7930}" srcOrd="4" destOrd="0" presId="urn:microsoft.com/office/officeart/2005/8/layout/vProcess5"/>
    <dgm:cxn modelId="{9C80A622-B9F5-43D6-A279-EB294CA71683}" type="presParOf" srcId="{13BFFC95-F7FD-4BB5-B198-3DC04912D58D}" destId="{C93818CD-FF89-48F2-9B73-7BAF572877B6}" srcOrd="5" destOrd="0" presId="urn:microsoft.com/office/officeart/2005/8/layout/vProcess5"/>
    <dgm:cxn modelId="{D2FA7126-EBE9-4DBE-B92C-BE01AF19CB36}" type="presParOf" srcId="{13BFFC95-F7FD-4BB5-B198-3DC04912D58D}" destId="{EAFA8528-22CB-4D92-A8E2-7E2BA6D15465}" srcOrd="6" destOrd="0" presId="urn:microsoft.com/office/officeart/2005/8/layout/vProcess5"/>
    <dgm:cxn modelId="{AAE5C437-D4A8-4B06-8991-D906D59EBCF5}" type="presParOf" srcId="{13BFFC95-F7FD-4BB5-B198-3DC04912D58D}" destId="{D8814AAE-F5A5-4F39-A008-6BE152BDAA6E}" srcOrd="7" destOrd="0" presId="urn:microsoft.com/office/officeart/2005/8/layout/vProcess5"/>
    <dgm:cxn modelId="{FFF9F2BE-3A6D-4765-9F62-41657665BB20}" type="presParOf" srcId="{13BFFC95-F7FD-4BB5-B198-3DC04912D58D}" destId="{5ECD245D-7137-4FFF-AC63-471EBFFB65B5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EDC95EB-089E-4FCC-9A7B-2AEC6672B3A8}" type="doc">
      <dgm:prSet loTypeId="urn:microsoft.com/office/officeart/2005/8/layout/process1" loCatId="process" qsTypeId="urn:microsoft.com/office/officeart/2005/8/quickstyle/simple3" qsCatId="simple" csTypeId="urn:microsoft.com/office/officeart/2005/8/colors/accent5_2" csCatId="accent5" phldr="1"/>
      <dgm:spPr/>
      <dgm:t>
        <a:bodyPr/>
        <a:lstStyle/>
        <a:p>
          <a:endParaRPr lang="en-MY"/>
        </a:p>
      </dgm:t>
    </dgm:pt>
    <dgm:pt modelId="{89DCB258-197F-499B-AE1F-9C1065D12BF0}">
      <dgm:prSet phldrT="[Text]" phldr="0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sz="1600" b="1"/>
            <a:t>Enquiry</a:t>
          </a:r>
          <a:endParaRPr lang="en-MY" sz="1600" b="1" dirty="0"/>
        </a:p>
      </dgm:t>
    </dgm:pt>
    <dgm:pt modelId="{72F44DFD-48E9-4E79-9E9B-C32DF8B5C141}" type="parTrans" cxnId="{2FFDA305-614D-4542-B3F0-024BC6759F11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00C41D78-DEFD-4A11-B113-D333955A6377}" type="sibTrans" cxnId="{2FFDA305-614D-4542-B3F0-024BC6759F11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68E1E81A-ACB3-462D-A340-4E00ACADAADE}">
      <dgm:prSet phldrT="[Text]" phldr="0"/>
      <dgm:spPr/>
      <dgm:t>
        <a:bodyPr/>
        <a:lstStyle/>
        <a:p>
          <a:r>
            <a:rPr lang="en-US"/>
            <a:t>Project start</a:t>
          </a:r>
          <a:endParaRPr lang="en-MY" dirty="0"/>
        </a:p>
      </dgm:t>
    </dgm:pt>
    <dgm:pt modelId="{3E61F3DD-95A7-4D10-AAFE-11D500F249AC}" type="parTrans" cxnId="{33280320-D0DA-4BA0-A2B2-4ADA3C476CF6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54520659-493D-46F6-B5D0-37575FC87606}" type="sibTrans" cxnId="{33280320-D0DA-4BA0-A2B2-4ADA3C476CF6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DBB0C80E-BE46-4450-BFF0-0CF5631299C1}">
      <dgm:prSet phldrT="[Text]" phldr="0"/>
      <dgm:spPr/>
      <dgm:t>
        <a:bodyPr/>
        <a:lstStyle/>
        <a:p>
          <a:r>
            <a:rPr lang="en-US"/>
            <a:t>Pilot mould fabrication</a:t>
          </a:r>
          <a:endParaRPr lang="en-MY" dirty="0"/>
        </a:p>
      </dgm:t>
    </dgm:pt>
    <dgm:pt modelId="{A1D8B06E-7FA7-4DC5-95B6-F26B1BACE6BE}" type="parTrans" cxnId="{0C0ADAA6-080B-42C9-91A1-B7F10914EFEA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5E078194-AACF-4458-9A3E-B3C175629B08}" type="sibTrans" cxnId="{0C0ADAA6-080B-42C9-91A1-B7F10914EFEA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63B97D93-E554-408B-B865-A752942BC2D2}">
      <dgm:prSet phldrT="[Text]" phldr="0"/>
      <dgm:spPr/>
      <dgm:t>
        <a:bodyPr/>
        <a:lstStyle/>
        <a:p>
          <a:r>
            <a:rPr lang="en-US"/>
            <a:t>New machine purchase</a:t>
          </a:r>
          <a:endParaRPr lang="en-MY" dirty="0"/>
        </a:p>
      </dgm:t>
    </dgm:pt>
    <dgm:pt modelId="{D26B493A-9F14-4F10-AC21-A8196846449D}" type="parTrans" cxnId="{1ABC8DE0-C91B-477F-8381-3C78FBB27245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A6028B69-C10F-4B51-B4C3-B7EE9A267206}" type="sibTrans" cxnId="{1ABC8DE0-C91B-477F-8381-3C78FBB27245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CAAEA953-D59E-4412-A415-4296616C7E5E}">
      <dgm:prSet phldrT="[Text]" phldr="0"/>
      <dgm:spPr/>
      <dgm:t>
        <a:bodyPr/>
        <a:lstStyle/>
        <a:p>
          <a:r>
            <a:rPr lang="en-US"/>
            <a:t>Product mould fabrication</a:t>
          </a:r>
          <a:endParaRPr lang="en-MY" dirty="0"/>
        </a:p>
      </dgm:t>
    </dgm:pt>
    <dgm:pt modelId="{6DE069A8-23DE-43DD-9C0F-D4337A04AC91}" type="parTrans" cxnId="{D0B91F6B-703F-42EF-9AF1-FB92562C4D38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5AFD50BB-8B4D-48E9-862B-46EED9621C40}" type="sibTrans" cxnId="{D0B91F6B-703F-42EF-9AF1-FB92562C4D38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1F6AF51F-BDB5-4F52-8273-54C372A2DC75}">
      <dgm:prSet phldrT="[Text]" phldr="0"/>
      <dgm:spPr/>
      <dgm:t>
        <a:bodyPr/>
        <a:lstStyle/>
        <a:p>
          <a:r>
            <a:rPr lang="en-US"/>
            <a:t>Trial Run at JJ</a:t>
          </a:r>
          <a:endParaRPr lang="en-MY" dirty="0"/>
        </a:p>
      </dgm:t>
    </dgm:pt>
    <dgm:pt modelId="{16FDCBF2-44AE-4CBA-A3A1-D7A6F74BD71D}" type="parTrans" cxnId="{C5618C71-78D1-4AC7-BF0E-1D1DB2EC688F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E491F74F-97E7-4BC8-8DCC-B5A3C718E43F}" type="sibTrans" cxnId="{C5618C71-78D1-4AC7-BF0E-1D1DB2EC688F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E65C3B0F-1223-4D3C-9102-2DC08EA094F4}" type="pres">
      <dgm:prSet presAssocID="{8EDC95EB-089E-4FCC-9A7B-2AEC6672B3A8}" presName="Name0" presStyleCnt="0">
        <dgm:presLayoutVars>
          <dgm:dir/>
          <dgm:resizeHandles val="exact"/>
        </dgm:presLayoutVars>
      </dgm:prSet>
      <dgm:spPr/>
    </dgm:pt>
    <dgm:pt modelId="{C587CD05-A919-47BA-A80E-06B17B4DEBC4}" type="pres">
      <dgm:prSet presAssocID="{89DCB258-197F-499B-AE1F-9C1065D12BF0}" presName="node" presStyleLbl="node1" presStyleIdx="0" presStyleCnt="6">
        <dgm:presLayoutVars>
          <dgm:bulletEnabled val="1"/>
        </dgm:presLayoutVars>
      </dgm:prSet>
      <dgm:spPr/>
    </dgm:pt>
    <dgm:pt modelId="{AB20460D-DA26-4E2E-A139-D028CCAF55AD}" type="pres">
      <dgm:prSet presAssocID="{00C41D78-DEFD-4A11-B113-D333955A6377}" presName="sibTrans" presStyleLbl="sibTrans2D1" presStyleIdx="0" presStyleCnt="5"/>
      <dgm:spPr/>
    </dgm:pt>
    <dgm:pt modelId="{ACA0832C-2C86-430C-8F52-5FCD97E41BEE}" type="pres">
      <dgm:prSet presAssocID="{00C41D78-DEFD-4A11-B113-D333955A6377}" presName="connectorText" presStyleLbl="sibTrans2D1" presStyleIdx="0" presStyleCnt="5"/>
      <dgm:spPr/>
    </dgm:pt>
    <dgm:pt modelId="{E6CA2E7F-C476-4DC0-ABC5-F86E1BF8444C}" type="pres">
      <dgm:prSet presAssocID="{68E1E81A-ACB3-462D-A340-4E00ACADAADE}" presName="node" presStyleLbl="node1" presStyleIdx="1" presStyleCnt="6">
        <dgm:presLayoutVars>
          <dgm:bulletEnabled val="1"/>
        </dgm:presLayoutVars>
      </dgm:prSet>
      <dgm:spPr/>
    </dgm:pt>
    <dgm:pt modelId="{ABA857AF-AB5D-4E4B-821C-A807AA71E87C}" type="pres">
      <dgm:prSet presAssocID="{54520659-493D-46F6-B5D0-37575FC87606}" presName="sibTrans" presStyleLbl="sibTrans2D1" presStyleIdx="1" presStyleCnt="5"/>
      <dgm:spPr/>
    </dgm:pt>
    <dgm:pt modelId="{FA53CB42-0BD3-4139-8806-F0F9973B4C37}" type="pres">
      <dgm:prSet presAssocID="{54520659-493D-46F6-B5D0-37575FC87606}" presName="connectorText" presStyleLbl="sibTrans2D1" presStyleIdx="1" presStyleCnt="5"/>
      <dgm:spPr/>
    </dgm:pt>
    <dgm:pt modelId="{86C01AF0-93E8-4ADC-83AC-41A373352250}" type="pres">
      <dgm:prSet presAssocID="{DBB0C80E-BE46-4450-BFF0-0CF5631299C1}" presName="node" presStyleLbl="node1" presStyleIdx="2" presStyleCnt="6">
        <dgm:presLayoutVars>
          <dgm:bulletEnabled val="1"/>
        </dgm:presLayoutVars>
      </dgm:prSet>
      <dgm:spPr/>
    </dgm:pt>
    <dgm:pt modelId="{ED9B7062-84BB-4FE1-BC74-951880287B74}" type="pres">
      <dgm:prSet presAssocID="{5E078194-AACF-4458-9A3E-B3C175629B08}" presName="sibTrans" presStyleLbl="sibTrans2D1" presStyleIdx="2" presStyleCnt="5"/>
      <dgm:spPr/>
    </dgm:pt>
    <dgm:pt modelId="{145B9007-C9F1-4F92-8B34-1CAEF7F2303F}" type="pres">
      <dgm:prSet presAssocID="{5E078194-AACF-4458-9A3E-B3C175629B08}" presName="connectorText" presStyleLbl="sibTrans2D1" presStyleIdx="2" presStyleCnt="5"/>
      <dgm:spPr/>
    </dgm:pt>
    <dgm:pt modelId="{8DB0ACFA-13DC-4673-B771-43EFDD2EA6D4}" type="pres">
      <dgm:prSet presAssocID="{63B97D93-E554-408B-B865-A752942BC2D2}" presName="node" presStyleLbl="node1" presStyleIdx="3" presStyleCnt="6">
        <dgm:presLayoutVars>
          <dgm:bulletEnabled val="1"/>
        </dgm:presLayoutVars>
      </dgm:prSet>
      <dgm:spPr/>
    </dgm:pt>
    <dgm:pt modelId="{B828D57D-E887-4157-AB5D-C6E206B87E0C}" type="pres">
      <dgm:prSet presAssocID="{A6028B69-C10F-4B51-B4C3-B7EE9A267206}" presName="sibTrans" presStyleLbl="sibTrans2D1" presStyleIdx="3" presStyleCnt="5"/>
      <dgm:spPr/>
    </dgm:pt>
    <dgm:pt modelId="{948B8D23-7BA7-45EF-B43C-EC7F6A59C87E}" type="pres">
      <dgm:prSet presAssocID="{A6028B69-C10F-4B51-B4C3-B7EE9A267206}" presName="connectorText" presStyleLbl="sibTrans2D1" presStyleIdx="3" presStyleCnt="5"/>
      <dgm:spPr/>
    </dgm:pt>
    <dgm:pt modelId="{F239663F-D750-402E-BE24-43C2F55B043C}" type="pres">
      <dgm:prSet presAssocID="{CAAEA953-D59E-4412-A415-4296616C7E5E}" presName="node" presStyleLbl="node1" presStyleIdx="4" presStyleCnt="6">
        <dgm:presLayoutVars>
          <dgm:bulletEnabled val="1"/>
        </dgm:presLayoutVars>
      </dgm:prSet>
      <dgm:spPr/>
    </dgm:pt>
    <dgm:pt modelId="{1181609B-8FBE-416A-A346-6E3448FDE3FE}" type="pres">
      <dgm:prSet presAssocID="{5AFD50BB-8B4D-48E9-862B-46EED9621C40}" presName="sibTrans" presStyleLbl="sibTrans2D1" presStyleIdx="4" presStyleCnt="5"/>
      <dgm:spPr/>
    </dgm:pt>
    <dgm:pt modelId="{D2B6543B-6AD5-4278-99E4-87E58F69C67E}" type="pres">
      <dgm:prSet presAssocID="{5AFD50BB-8B4D-48E9-862B-46EED9621C40}" presName="connectorText" presStyleLbl="sibTrans2D1" presStyleIdx="4" presStyleCnt="5"/>
      <dgm:spPr/>
    </dgm:pt>
    <dgm:pt modelId="{9A01FD85-BA05-43FC-9860-165E6A7B029C}" type="pres">
      <dgm:prSet presAssocID="{1F6AF51F-BDB5-4F52-8273-54C372A2DC75}" presName="node" presStyleLbl="node1" presStyleIdx="5" presStyleCnt="6">
        <dgm:presLayoutVars>
          <dgm:bulletEnabled val="1"/>
        </dgm:presLayoutVars>
      </dgm:prSet>
      <dgm:spPr/>
    </dgm:pt>
  </dgm:ptLst>
  <dgm:cxnLst>
    <dgm:cxn modelId="{2FFDA305-614D-4542-B3F0-024BC6759F11}" srcId="{8EDC95EB-089E-4FCC-9A7B-2AEC6672B3A8}" destId="{89DCB258-197F-499B-AE1F-9C1065D12BF0}" srcOrd="0" destOrd="0" parTransId="{72F44DFD-48E9-4E79-9E9B-C32DF8B5C141}" sibTransId="{00C41D78-DEFD-4A11-B113-D333955A6377}"/>
    <dgm:cxn modelId="{CD3E261A-12FB-4FED-AC27-9337EE466E35}" type="presOf" srcId="{63B97D93-E554-408B-B865-A752942BC2D2}" destId="{8DB0ACFA-13DC-4673-B771-43EFDD2EA6D4}" srcOrd="0" destOrd="0" presId="urn:microsoft.com/office/officeart/2005/8/layout/process1"/>
    <dgm:cxn modelId="{33280320-D0DA-4BA0-A2B2-4ADA3C476CF6}" srcId="{8EDC95EB-089E-4FCC-9A7B-2AEC6672B3A8}" destId="{68E1E81A-ACB3-462D-A340-4E00ACADAADE}" srcOrd="1" destOrd="0" parTransId="{3E61F3DD-95A7-4D10-AAFE-11D500F249AC}" sibTransId="{54520659-493D-46F6-B5D0-37575FC87606}"/>
    <dgm:cxn modelId="{162BE12B-6C4D-4D38-A13E-838104FBE4DE}" type="presOf" srcId="{5AFD50BB-8B4D-48E9-862B-46EED9621C40}" destId="{D2B6543B-6AD5-4278-99E4-87E58F69C67E}" srcOrd="1" destOrd="0" presId="urn:microsoft.com/office/officeart/2005/8/layout/process1"/>
    <dgm:cxn modelId="{4CD8782F-CE32-44E7-A868-6D89EBE3CBB6}" type="presOf" srcId="{A6028B69-C10F-4B51-B4C3-B7EE9A267206}" destId="{B828D57D-E887-4157-AB5D-C6E206B87E0C}" srcOrd="0" destOrd="0" presId="urn:microsoft.com/office/officeart/2005/8/layout/process1"/>
    <dgm:cxn modelId="{1847C13D-A631-43AA-B71C-CB50C87D1761}" type="presOf" srcId="{89DCB258-197F-499B-AE1F-9C1065D12BF0}" destId="{C587CD05-A919-47BA-A80E-06B17B4DEBC4}" srcOrd="0" destOrd="0" presId="urn:microsoft.com/office/officeart/2005/8/layout/process1"/>
    <dgm:cxn modelId="{360D9447-A6DA-43E1-B2FC-C1A0ED82C060}" type="presOf" srcId="{A6028B69-C10F-4B51-B4C3-B7EE9A267206}" destId="{948B8D23-7BA7-45EF-B43C-EC7F6A59C87E}" srcOrd="1" destOrd="0" presId="urn:microsoft.com/office/officeart/2005/8/layout/process1"/>
    <dgm:cxn modelId="{D0B91F6B-703F-42EF-9AF1-FB92562C4D38}" srcId="{8EDC95EB-089E-4FCC-9A7B-2AEC6672B3A8}" destId="{CAAEA953-D59E-4412-A415-4296616C7E5E}" srcOrd="4" destOrd="0" parTransId="{6DE069A8-23DE-43DD-9C0F-D4337A04AC91}" sibTransId="{5AFD50BB-8B4D-48E9-862B-46EED9621C40}"/>
    <dgm:cxn modelId="{E49D9A6E-6284-4FB0-9EFC-34A65DB5125F}" type="presOf" srcId="{5E078194-AACF-4458-9A3E-B3C175629B08}" destId="{ED9B7062-84BB-4FE1-BC74-951880287B74}" srcOrd="0" destOrd="0" presId="urn:microsoft.com/office/officeart/2005/8/layout/process1"/>
    <dgm:cxn modelId="{C5618C71-78D1-4AC7-BF0E-1D1DB2EC688F}" srcId="{8EDC95EB-089E-4FCC-9A7B-2AEC6672B3A8}" destId="{1F6AF51F-BDB5-4F52-8273-54C372A2DC75}" srcOrd="5" destOrd="0" parTransId="{16FDCBF2-44AE-4CBA-A3A1-D7A6F74BD71D}" sibTransId="{E491F74F-97E7-4BC8-8DCC-B5A3C718E43F}"/>
    <dgm:cxn modelId="{1306DA53-D856-46B4-9253-E48BD1F25CBA}" type="presOf" srcId="{5E078194-AACF-4458-9A3E-B3C175629B08}" destId="{145B9007-C9F1-4F92-8B34-1CAEF7F2303F}" srcOrd="1" destOrd="0" presId="urn:microsoft.com/office/officeart/2005/8/layout/process1"/>
    <dgm:cxn modelId="{0502D557-C182-4DD3-8431-4A38E13A0011}" type="presOf" srcId="{00C41D78-DEFD-4A11-B113-D333955A6377}" destId="{AB20460D-DA26-4E2E-A139-D028CCAF55AD}" srcOrd="0" destOrd="0" presId="urn:microsoft.com/office/officeart/2005/8/layout/process1"/>
    <dgm:cxn modelId="{EBAC1491-0CAD-41DD-A711-FBAD52DA7E2F}" type="presOf" srcId="{54520659-493D-46F6-B5D0-37575FC87606}" destId="{ABA857AF-AB5D-4E4B-821C-A807AA71E87C}" srcOrd="0" destOrd="0" presId="urn:microsoft.com/office/officeart/2005/8/layout/process1"/>
    <dgm:cxn modelId="{4D3D259B-12FA-40DC-898D-BE485397737F}" type="presOf" srcId="{5AFD50BB-8B4D-48E9-862B-46EED9621C40}" destId="{1181609B-8FBE-416A-A346-6E3448FDE3FE}" srcOrd="0" destOrd="0" presId="urn:microsoft.com/office/officeart/2005/8/layout/process1"/>
    <dgm:cxn modelId="{0C0ADAA6-080B-42C9-91A1-B7F10914EFEA}" srcId="{8EDC95EB-089E-4FCC-9A7B-2AEC6672B3A8}" destId="{DBB0C80E-BE46-4450-BFF0-0CF5631299C1}" srcOrd="2" destOrd="0" parTransId="{A1D8B06E-7FA7-4DC5-95B6-F26B1BACE6BE}" sibTransId="{5E078194-AACF-4458-9A3E-B3C175629B08}"/>
    <dgm:cxn modelId="{F15903C7-5FE9-4115-9A49-080E36D82735}" type="presOf" srcId="{54520659-493D-46F6-B5D0-37575FC87606}" destId="{FA53CB42-0BD3-4139-8806-F0F9973B4C37}" srcOrd="1" destOrd="0" presId="urn:microsoft.com/office/officeart/2005/8/layout/process1"/>
    <dgm:cxn modelId="{4FA56DC7-6EDA-4761-9D45-9FD2E709DC03}" type="presOf" srcId="{8EDC95EB-089E-4FCC-9A7B-2AEC6672B3A8}" destId="{E65C3B0F-1223-4D3C-9102-2DC08EA094F4}" srcOrd="0" destOrd="0" presId="urn:microsoft.com/office/officeart/2005/8/layout/process1"/>
    <dgm:cxn modelId="{2B516ACA-463F-4CA0-9AEB-C13AD9A516DB}" type="presOf" srcId="{DBB0C80E-BE46-4450-BFF0-0CF5631299C1}" destId="{86C01AF0-93E8-4ADC-83AC-41A373352250}" srcOrd="0" destOrd="0" presId="urn:microsoft.com/office/officeart/2005/8/layout/process1"/>
    <dgm:cxn modelId="{1ABC8DE0-C91B-477F-8381-3C78FBB27245}" srcId="{8EDC95EB-089E-4FCC-9A7B-2AEC6672B3A8}" destId="{63B97D93-E554-408B-B865-A752942BC2D2}" srcOrd="3" destOrd="0" parTransId="{D26B493A-9F14-4F10-AC21-A8196846449D}" sibTransId="{A6028B69-C10F-4B51-B4C3-B7EE9A267206}"/>
    <dgm:cxn modelId="{190CEDE1-3354-4C47-9A8E-7705074E941F}" type="presOf" srcId="{CAAEA953-D59E-4412-A415-4296616C7E5E}" destId="{F239663F-D750-402E-BE24-43C2F55B043C}" srcOrd="0" destOrd="0" presId="urn:microsoft.com/office/officeart/2005/8/layout/process1"/>
    <dgm:cxn modelId="{8C09A8E2-0CA9-4C8E-AA56-5E92F333014F}" type="presOf" srcId="{68E1E81A-ACB3-462D-A340-4E00ACADAADE}" destId="{E6CA2E7F-C476-4DC0-ABC5-F86E1BF8444C}" srcOrd="0" destOrd="0" presId="urn:microsoft.com/office/officeart/2005/8/layout/process1"/>
    <dgm:cxn modelId="{EE90B7ED-1D11-410C-ACAD-951B90194D32}" type="presOf" srcId="{1F6AF51F-BDB5-4F52-8273-54C372A2DC75}" destId="{9A01FD85-BA05-43FC-9860-165E6A7B029C}" srcOrd="0" destOrd="0" presId="urn:microsoft.com/office/officeart/2005/8/layout/process1"/>
    <dgm:cxn modelId="{3F1E44F3-BF5A-4C4A-84C2-978F8E77A6B8}" type="presOf" srcId="{00C41D78-DEFD-4A11-B113-D333955A6377}" destId="{ACA0832C-2C86-430C-8F52-5FCD97E41BEE}" srcOrd="1" destOrd="0" presId="urn:microsoft.com/office/officeart/2005/8/layout/process1"/>
    <dgm:cxn modelId="{330F7D08-68CA-48DB-8816-85841F0EB4D7}" type="presParOf" srcId="{E65C3B0F-1223-4D3C-9102-2DC08EA094F4}" destId="{C587CD05-A919-47BA-A80E-06B17B4DEBC4}" srcOrd="0" destOrd="0" presId="urn:microsoft.com/office/officeart/2005/8/layout/process1"/>
    <dgm:cxn modelId="{B59F3852-CF73-4CB0-A427-DC88BFA0C576}" type="presParOf" srcId="{E65C3B0F-1223-4D3C-9102-2DC08EA094F4}" destId="{AB20460D-DA26-4E2E-A139-D028CCAF55AD}" srcOrd="1" destOrd="0" presId="urn:microsoft.com/office/officeart/2005/8/layout/process1"/>
    <dgm:cxn modelId="{16D3BF6D-C268-4DEF-BF85-9172973B9AD3}" type="presParOf" srcId="{AB20460D-DA26-4E2E-A139-D028CCAF55AD}" destId="{ACA0832C-2C86-430C-8F52-5FCD97E41BEE}" srcOrd="0" destOrd="0" presId="urn:microsoft.com/office/officeart/2005/8/layout/process1"/>
    <dgm:cxn modelId="{20D9A54B-CC16-484F-A4B0-CFDF61E780B8}" type="presParOf" srcId="{E65C3B0F-1223-4D3C-9102-2DC08EA094F4}" destId="{E6CA2E7F-C476-4DC0-ABC5-F86E1BF8444C}" srcOrd="2" destOrd="0" presId="urn:microsoft.com/office/officeart/2005/8/layout/process1"/>
    <dgm:cxn modelId="{CF13F577-4C63-4A61-B8E0-20C9CBE6F204}" type="presParOf" srcId="{E65C3B0F-1223-4D3C-9102-2DC08EA094F4}" destId="{ABA857AF-AB5D-4E4B-821C-A807AA71E87C}" srcOrd="3" destOrd="0" presId="urn:microsoft.com/office/officeart/2005/8/layout/process1"/>
    <dgm:cxn modelId="{3F72EADA-4549-4407-83E5-76CE87CCC655}" type="presParOf" srcId="{ABA857AF-AB5D-4E4B-821C-A807AA71E87C}" destId="{FA53CB42-0BD3-4139-8806-F0F9973B4C37}" srcOrd="0" destOrd="0" presId="urn:microsoft.com/office/officeart/2005/8/layout/process1"/>
    <dgm:cxn modelId="{C574D5D7-693B-45CE-B7F4-F85FB5E4661E}" type="presParOf" srcId="{E65C3B0F-1223-4D3C-9102-2DC08EA094F4}" destId="{86C01AF0-93E8-4ADC-83AC-41A373352250}" srcOrd="4" destOrd="0" presId="urn:microsoft.com/office/officeart/2005/8/layout/process1"/>
    <dgm:cxn modelId="{0ACC53B6-4E2F-4FE5-B183-483A2C41C017}" type="presParOf" srcId="{E65C3B0F-1223-4D3C-9102-2DC08EA094F4}" destId="{ED9B7062-84BB-4FE1-BC74-951880287B74}" srcOrd="5" destOrd="0" presId="urn:microsoft.com/office/officeart/2005/8/layout/process1"/>
    <dgm:cxn modelId="{B3FA1DE6-9D19-4843-8F79-A1759D95676A}" type="presParOf" srcId="{ED9B7062-84BB-4FE1-BC74-951880287B74}" destId="{145B9007-C9F1-4F92-8B34-1CAEF7F2303F}" srcOrd="0" destOrd="0" presId="urn:microsoft.com/office/officeart/2005/8/layout/process1"/>
    <dgm:cxn modelId="{B6F6D23E-0F96-4868-A5C4-1E9045A1C07B}" type="presParOf" srcId="{E65C3B0F-1223-4D3C-9102-2DC08EA094F4}" destId="{8DB0ACFA-13DC-4673-B771-43EFDD2EA6D4}" srcOrd="6" destOrd="0" presId="urn:microsoft.com/office/officeart/2005/8/layout/process1"/>
    <dgm:cxn modelId="{E9116633-C45C-42A6-94DF-13A404BF2952}" type="presParOf" srcId="{E65C3B0F-1223-4D3C-9102-2DC08EA094F4}" destId="{B828D57D-E887-4157-AB5D-C6E206B87E0C}" srcOrd="7" destOrd="0" presId="urn:microsoft.com/office/officeart/2005/8/layout/process1"/>
    <dgm:cxn modelId="{1F451186-78A5-42E6-9783-BE23F52B0D43}" type="presParOf" srcId="{B828D57D-E887-4157-AB5D-C6E206B87E0C}" destId="{948B8D23-7BA7-45EF-B43C-EC7F6A59C87E}" srcOrd="0" destOrd="0" presId="urn:microsoft.com/office/officeart/2005/8/layout/process1"/>
    <dgm:cxn modelId="{FEB9C3DA-B076-467B-B382-170CD476D3C0}" type="presParOf" srcId="{E65C3B0F-1223-4D3C-9102-2DC08EA094F4}" destId="{F239663F-D750-402E-BE24-43C2F55B043C}" srcOrd="8" destOrd="0" presId="urn:microsoft.com/office/officeart/2005/8/layout/process1"/>
    <dgm:cxn modelId="{84F9DD34-8BCE-41D7-B144-B20B98DE9446}" type="presParOf" srcId="{E65C3B0F-1223-4D3C-9102-2DC08EA094F4}" destId="{1181609B-8FBE-416A-A346-6E3448FDE3FE}" srcOrd="9" destOrd="0" presId="urn:microsoft.com/office/officeart/2005/8/layout/process1"/>
    <dgm:cxn modelId="{7660FAD8-71EC-4EB1-B69D-E1D27DB4B4E6}" type="presParOf" srcId="{1181609B-8FBE-416A-A346-6E3448FDE3FE}" destId="{D2B6543B-6AD5-4278-99E4-87E58F69C67E}" srcOrd="0" destOrd="0" presId="urn:microsoft.com/office/officeart/2005/8/layout/process1"/>
    <dgm:cxn modelId="{E957CF53-3C6D-46A0-88C9-BEFD569DD346}" type="presParOf" srcId="{E65C3B0F-1223-4D3C-9102-2DC08EA094F4}" destId="{9A01FD85-BA05-43FC-9860-165E6A7B029C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EDC95EB-089E-4FCC-9A7B-2AEC6672B3A8}" type="doc">
      <dgm:prSet loTypeId="urn:microsoft.com/office/officeart/2005/8/layout/process1" loCatId="process" qsTypeId="urn:microsoft.com/office/officeart/2005/8/quickstyle/simple3" qsCatId="simple" csTypeId="urn:microsoft.com/office/officeart/2005/8/colors/accent5_2" csCatId="accent5" phldr="1"/>
      <dgm:spPr/>
      <dgm:t>
        <a:bodyPr/>
        <a:lstStyle/>
        <a:p>
          <a:endParaRPr lang="en-MY"/>
        </a:p>
      </dgm:t>
    </dgm:pt>
    <dgm:pt modelId="{89DCB258-197F-499B-AE1F-9C1065D12BF0}">
      <dgm:prSet phldrT="[Text]" phldr="0"/>
      <dgm:spPr/>
      <dgm:t>
        <a:bodyPr/>
        <a:lstStyle/>
        <a:p>
          <a:r>
            <a:rPr lang="en-US"/>
            <a:t>Enquiry</a:t>
          </a:r>
          <a:endParaRPr lang="en-MY" dirty="0"/>
        </a:p>
      </dgm:t>
    </dgm:pt>
    <dgm:pt modelId="{72F44DFD-48E9-4E79-9E9B-C32DF8B5C141}" type="parTrans" cxnId="{2FFDA305-614D-4542-B3F0-024BC6759F11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00C41D78-DEFD-4A11-B113-D333955A6377}" type="sibTrans" cxnId="{2FFDA305-614D-4542-B3F0-024BC6759F11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68E1E81A-ACB3-462D-A340-4E00ACADAADE}">
      <dgm:prSet phldrT="[Text]" phldr="0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sz="1500" b="1" dirty="0"/>
            <a:t>Project </a:t>
          </a:r>
          <a:r>
            <a:rPr lang="en-US" sz="1600" b="1" dirty="0"/>
            <a:t>start</a:t>
          </a:r>
          <a:endParaRPr lang="en-MY" sz="1500" b="1" dirty="0"/>
        </a:p>
      </dgm:t>
    </dgm:pt>
    <dgm:pt modelId="{3E61F3DD-95A7-4D10-AAFE-11D500F249AC}" type="parTrans" cxnId="{33280320-D0DA-4BA0-A2B2-4ADA3C476CF6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54520659-493D-46F6-B5D0-37575FC87606}" type="sibTrans" cxnId="{33280320-D0DA-4BA0-A2B2-4ADA3C476CF6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DBB0C80E-BE46-4450-BFF0-0CF5631299C1}">
      <dgm:prSet phldrT="[Text]" phldr="0"/>
      <dgm:spPr/>
      <dgm:t>
        <a:bodyPr/>
        <a:lstStyle/>
        <a:p>
          <a:r>
            <a:rPr lang="en-US"/>
            <a:t>Pilot mould fabrication</a:t>
          </a:r>
          <a:endParaRPr lang="en-MY" dirty="0"/>
        </a:p>
      </dgm:t>
    </dgm:pt>
    <dgm:pt modelId="{A1D8B06E-7FA7-4DC5-95B6-F26B1BACE6BE}" type="parTrans" cxnId="{0C0ADAA6-080B-42C9-91A1-B7F10914EFEA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5E078194-AACF-4458-9A3E-B3C175629B08}" type="sibTrans" cxnId="{0C0ADAA6-080B-42C9-91A1-B7F10914EFEA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63B97D93-E554-408B-B865-A752942BC2D2}">
      <dgm:prSet phldrT="[Text]" phldr="0"/>
      <dgm:spPr/>
      <dgm:t>
        <a:bodyPr/>
        <a:lstStyle/>
        <a:p>
          <a:r>
            <a:rPr lang="en-US" dirty="0"/>
            <a:t>New machine purchase</a:t>
          </a:r>
          <a:endParaRPr lang="en-MY" dirty="0"/>
        </a:p>
      </dgm:t>
    </dgm:pt>
    <dgm:pt modelId="{D26B493A-9F14-4F10-AC21-A8196846449D}" type="parTrans" cxnId="{1ABC8DE0-C91B-477F-8381-3C78FBB27245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A6028B69-C10F-4B51-B4C3-B7EE9A267206}" type="sibTrans" cxnId="{1ABC8DE0-C91B-477F-8381-3C78FBB27245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CAAEA953-D59E-4412-A415-4296616C7E5E}">
      <dgm:prSet phldrT="[Text]" phldr="0"/>
      <dgm:spPr/>
      <dgm:t>
        <a:bodyPr/>
        <a:lstStyle/>
        <a:p>
          <a:r>
            <a:rPr lang="en-US"/>
            <a:t>Product mould fabrication</a:t>
          </a:r>
          <a:endParaRPr lang="en-MY" dirty="0"/>
        </a:p>
      </dgm:t>
    </dgm:pt>
    <dgm:pt modelId="{6DE069A8-23DE-43DD-9C0F-D4337A04AC91}" type="parTrans" cxnId="{D0B91F6B-703F-42EF-9AF1-FB92562C4D38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5AFD50BB-8B4D-48E9-862B-46EED9621C40}" type="sibTrans" cxnId="{D0B91F6B-703F-42EF-9AF1-FB92562C4D38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1F6AF51F-BDB5-4F52-8273-54C372A2DC75}">
      <dgm:prSet phldrT="[Text]" phldr="0"/>
      <dgm:spPr/>
      <dgm:t>
        <a:bodyPr/>
        <a:lstStyle/>
        <a:p>
          <a:r>
            <a:rPr lang="en-US"/>
            <a:t>Trial Run at JJ</a:t>
          </a:r>
          <a:endParaRPr lang="en-MY" dirty="0"/>
        </a:p>
      </dgm:t>
    </dgm:pt>
    <dgm:pt modelId="{16FDCBF2-44AE-4CBA-A3A1-D7A6F74BD71D}" type="parTrans" cxnId="{C5618C71-78D1-4AC7-BF0E-1D1DB2EC688F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E491F74F-97E7-4BC8-8DCC-B5A3C718E43F}" type="sibTrans" cxnId="{C5618C71-78D1-4AC7-BF0E-1D1DB2EC688F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E65C3B0F-1223-4D3C-9102-2DC08EA094F4}" type="pres">
      <dgm:prSet presAssocID="{8EDC95EB-089E-4FCC-9A7B-2AEC6672B3A8}" presName="Name0" presStyleCnt="0">
        <dgm:presLayoutVars>
          <dgm:dir/>
          <dgm:resizeHandles val="exact"/>
        </dgm:presLayoutVars>
      </dgm:prSet>
      <dgm:spPr/>
    </dgm:pt>
    <dgm:pt modelId="{C587CD05-A919-47BA-A80E-06B17B4DEBC4}" type="pres">
      <dgm:prSet presAssocID="{89DCB258-197F-499B-AE1F-9C1065D12BF0}" presName="node" presStyleLbl="node1" presStyleIdx="0" presStyleCnt="6">
        <dgm:presLayoutVars>
          <dgm:bulletEnabled val="1"/>
        </dgm:presLayoutVars>
      </dgm:prSet>
      <dgm:spPr/>
    </dgm:pt>
    <dgm:pt modelId="{AB20460D-DA26-4E2E-A139-D028CCAF55AD}" type="pres">
      <dgm:prSet presAssocID="{00C41D78-DEFD-4A11-B113-D333955A6377}" presName="sibTrans" presStyleLbl="sibTrans2D1" presStyleIdx="0" presStyleCnt="5"/>
      <dgm:spPr/>
    </dgm:pt>
    <dgm:pt modelId="{ACA0832C-2C86-430C-8F52-5FCD97E41BEE}" type="pres">
      <dgm:prSet presAssocID="{00C41D78-DEFD-4A11-B113-D333955A6377}" presName="connectorText" presStyleLbl="sibTrans2D1" presStyleIdx="0" presStyleCnt="5"/>
      <dgm:spPr/>
    </dgm:pt>
    <dgm:pt modelId="{E6CA2E7F-C476-4DC0-ABC5-F86E1BF8444C}" type="pres">
      <dgm:prSet presAssocID="{68E1E81A-ACB3-462D-A340-4E00ACADAADE}" presName="node" presStyleLbl="node1" presStyleIdx="1" presStyleCnt="6">
        <dgm:presLayoutVars>
          <dgm:bulletEnabled val="1"/>
        </dgm:presLayoutVars>
      </dgm:prSet>
      <dgm:spPr/>
    </dgm:pt>
    <dgm:pt modelId="{ABA857AF-AB5D-4E4B-821C-A807AA71E87C}" type="pres">
      <dgm:prSet presAssocID="{54520659-493D-46F6-B5D0-37575FC87606}" presName="sibTrans" presStyleLbl="sibTrans2D1" presStyleIdx="1" presStyleCnt="5"/>
      <dgm:spPr/>
    </dgm:pt>
    <dgm:pt modelId="{FA53CB42-0BD3-4139-8806-F0F9973B4C37}" type="pres">
      <dgm:prSet presAssocID="{54520659-493D-46F6-B5D0-37575FC87606}" presName="connectorText" presStyleLbl="sibTrans2D1" presStyleIdx="1" presStyleCnt="5"/>
      <dgm:spPr/>
    </dgm:pt>
    <dgm:pt modelId="{86C01AF0-93E8-4ADC-83AC-41A373352250}" type="pres">
      <dgm:prSet presAssocID="{DBB0C80E-BE46-4450-BFF0-0CF5631299C1}" presName="node" presStyleLbl="node1" presStyleIdx="2" presStyleCnt="6">
        <dgm:presLayoutVars>
          <dgm:bulletEnabled val="1"/>
        </dgm:presLayoutVars>
      </dgm:prSet>
      <dgm:spPr/>
    </dgm:pt>
    <dgm:pt modelId="{ED9B7062-84BB-4FE1-BC74-951880287B74}" type="pres">
      <dgm:prSet presAssocID="{5E078194-AACF-4458-9A3E-B3C175629B08}" presName="sibTrans" presStyleLbl="sibTrans2D1" presStyleIdx="2" presStyleCnt="5"/>
      <dgm:spPr/>
    </dgm:pt>
    <dgm:pt modelId="{145B9007-C9F1-4F92-8B34-1CAEF7F2303F}" type="pres">
      <dgm:prSet presAssocID="{5E078194-AACF-4458-9A3E-B3C175629B08}" presName="connectorText" presStyleLbl="sibTrans2D1" presStyleIdx="2" presStyleCnt="5"/>
      <dgm:spPr/>
    </dgm:pt>
    <dgm:pt modelId="{8DB0ACFA-13DC-4673-B771-43EFDD2EA6D4}" type="pres">
      <dgm:prSet presAssocID="{63B97D93-E554-408B-B865-A752942BC2D2}" presName="node" presStyleLbl="node1" presStyleIdx="3" presStyleCnt="6">
        <dgm:presLayoutVars>
          <dgm:bulletEnabled val="1"/>
        </dgm:presLayoutVars>
      </dgm:prSet>
      <dgm:spPr/>
    </dgm:pt>
    <dgm:pt modelId="{B828D57D-E887-4157-AB5D-C6E206B87E0C}" type="pres">
      <dgm:prSet presAssocID="{A6028B69-C10F-4B51-B4C3-B7EE9A267206}" presName="sibTrans" presStyleLbl="sibTrans2D1" presStyleIdx="3" presStyleCnt="5"/>
      <dgm:spPr/>
    </dgm:pt>
    <dgm:pt modelId="{948B8D23-7BA7-45EF-B43C-EC7F6A59C87E}" type="pres">
      <dgm:prSet presAssocID="{A6028B69-C10F-4B51-B4C3-B7EE9A267206}" presName="connectorText" presStyleLbl="sibTrans2D1" presStyleIdx="3" presStyleCnt="5"/>
      <dgm:spPr/>
    </dgm:pt>
    <dgm:pt modelId="{F239663F-D750-402E-BE24-43C2F55B043C}" type="pres">
      <dgm:prSet presAssocID="{CAAEA953-D59E-4412-A415-4296616C7E5E}" presName="node" presStyleLbl="node1" presStyleIdx="4" presStyleCnt="6">
        <dgm:presLayoutVars>
          <dgm:bulletEnabled val="1"/>
        </dgm:presLayoutVars>
      </dgm:prSet>
      <dgm:spPr/>
    </dgm:pt>
    <dgm:pt modelId="{1181609B-8FBE-416A-A346-6E3448FDE3FE}" type="pres">
      <dgm:prSet presAssocID="{5AFD50BB-8B4D-48E9-862B-46EED9621C40}" presName="sibTrans" presStyleLbl="sibTrans2D1" presStyleIdx="4" presStyleCnt="5"/>
      <dgm:spPr/>
    </dgm:pt>
    <dgm:pt modelId="{D2B6543B-6AD5-4278-99E4-87E58F69C67E}" type="pres">
      <dgm:prSet presAssocID="{5AFD50BB-8B4D-48E9-862B-46EED9621C40}" presName="connectorText" presStyleLbl="sibTrans2D1" presStyleIdx="4" presStyleCnt="5"/>
      <dgm:spPr/>
    </dgm:pt>
    <dgm:pt modelId="{9A01FD85-BA05-43FC-9860-165E6A7B029C}" type="pres">
      <dgm:prSet presAssocID="{1F6AF51F-BDB5-4F52-8273-54C372A2DC75}" presName="node" presStyleLbl="node1" presStyleIdx="5" presStyleCnt="6">
        <dgm:presLayoutVars>
          <dgm:bulletEnabled val="1"/>
        </dgm:presLayoutVars>
      </dgm:prSet>
      <dgm:spPr/>
    </dgm:pt>
  </dgm:ptLst>
  <dgm:cxnLst>
    <dgm:cxn modelId="{2FFDA305-614D-4542-B3F0-024BC6759F11}" srcId="{8EDC95EB-089E-4FCC-9A7B-2AEC6672B3A8}" destId="{89DCB258-197F-499B-AE1F-9C1065D12BF0}" srcOrd="0" destOrd="0" parTransId="{72F44DFD-48E9-4E79-9E9B-C32DF8B5C141}" sibTransId="{00C41D78-DEFD-4A11-B113-D333955A6377}"/>
    <dgm:cxn modelId="{CD3E261A-12FB-4FED-AC27-9337EE466E35}" type="presOf" srcId="{63B97D93-E554-408B-B865-A752942BC2D2}" destId="{8DB0ACFA-13DC-4673-B771-43EFDD2EA6D4}" srcOrd="0" destOrd="0" presId="urn:microsoft.com/office/officeart/2005/8/layout/process1"/>
    <dgm:cxn modelId="{33280320-D0DA-4BA0-A2B2-4ADA3C476CF6}" srcId="{8EDC95EB-089E-4FCC-9A7B-2AEC6672B3A8}" destId="{68E1E81A-ACB3-462D-A340-4E00ACADAADE}" srcOrd="1" destOrd="0" parTransId="{3E61F3DD-95A7-4D10-AAFE-11D500F249AC}" sibTransId="{54520659-493D-46F6-B5D0-37575FC87606}"/>
    <dgm:cxn modelId="{162BE12B-6C4D-4D38-A13E-838104FBE4DE}" type="presOf" srcId="{5AFD50BB-8B4D-48E9-862B-46EED9621C40}" destId="{D2B6543B-6AD5-4278-99E4-87E58F69C67E}" srcOrd="1" destOrd="0" presId="urn:microsoft.com/office/officeart/2005/8/layout/process1"/>
    <dgm:cxn modelId="{4CD8782F-CE32-44E7-A868-6D89EBE3CBB6}" type="presOf" srcId="{A6028B69-C10F-4B51-B4C3-B7EE9A267206}" destId="{B828D57D-E887-4157-AB5D-C6E206B87E0C}" srcOrd="0" destOrd="0" presId="urn:microsoft.com/office/officeart/2005/8/layout/process1"/>
    <dgm:cxn modelId="{1847C13D-A631-43AA-B71C-CB50C87D1761}" type="presOf" srcId="{89DCB258-197F-499B-AE1F-9C1065D12BF0}" destId="{C587CD05-A919-47BA-A80E-06B17B4DEBC4}" srcOrd="0" destOrd="0" presId="urn:microsoft.com/office/officeart/2005/8/layout/process1"/>
    <dgm:cxn modelId="{360D9447-A6DA-43E1-B2FC-C1A0ED82C060}" type="presOf" srcId="{A6028B69-C10F-4B51-B4C3-B7EE9A267206}" destId="{948B8D23-7BA7-45EF-B43C-EC7F6A59C87E}" srcOrd="1" destOrd="0" presId="urn:microsoft.com/office/officeart/2005/8/layout/process1"/>
    <dgm:cxn modelId="{D0B91F6B-703F-42EF-9AF1-FB92562C4D38}" srcId="{8EDC95EB-089E-4FCC-9A7B-2AEC6672B3A8}" destId="{CAAEA953-D59E-4412-A415-4296616C7E5E}" srcOrd="4" destOrd="0" parTransId="{6DE069A8-23DE-43DD-9C0F-D4337A04AC91}" sibTransId="{5AFD50BB-8B4D-48E9-862B-46EED9621C40}"/>
    <dgm:cxn modelId="{E49D9A6E-6284-4FB0-9EFC-34A65DB5125F}" type="presOf" srcId="{5E078194-AACF-4458-9A3E-B3C175629B08}" destId="{ED9B7062-84BB-4FE1-BC74-951880287B74}" srcOrd="0" destOrd="0" presId="urn:microsoft.com/office/officeart/2005/8/layout/process1"/>
    <dgm:cxn modelId="{C5618C71-78D1-4AC7-BF0E-1D1DB2EC688F}" srcId="{8EDC95EB-089E-4FCC-9A7B-2AEC6672B3A8}" destId="{1F6AF51F-BDB5-4F52-8273-54C372A2DC75}" srcOrd="5" destOrd="0" parTransId="{16FDCBF2-44AE-4CBA-A3A1-D7A6F74BD71D}" sibTransId="{E491F74F-97E7-4BC8-8DCC-B5A3C718E43F}"/>
    <dgm:cxn modelId="{1306DA53-D856-46B4-9253-E48BD1F25CBA}" type="presOf" srcId="{5E078194-AACF-4458-9A3E-B3C175629B08}" destId="{145B9007-C9F1-4F92-8B34-1CAEF7F2303F}" srcOrd="1" destOrd="0" presId="urn:microsoft.com/office/officeart/2005/8/layout/process1"/>
    <dgm:cxn modelId="{0502D557-C182-4DD3-8431-4A38E13A0011}" type="presOf" srcId="{00C41D78-DEFD-4A11-B113-D333955A6377}" destId="{AB20460D-DA26-4E2E-A139-D028CCAF55AD}" srcOrd="0" destOrd="0" presId="urn:microsoft.com/office/officeart/2005/8/layout/process1"/>
    <dgm:cxn modelId="{EBAC1491-0CAD-41DD-A711-FBAD52DA7E2F}" type="presOf" srcId="{54520659-493D-46F6-B5D0-37575FC87606}" destId="{ABA857AF-AB5D-4E4B-821C-A807AA71E87C}" srcOrd="0" destOrd="0" presId="urn:microsoft.com/office/officeart/2005/8/layout/process1"/>
    <dgm:cxn modelId="{4D3D259B-12FA-40DC-898D-BE485397737F}" type="presOf" srcId="{5AFD50BB-8B4D-48E9-862B-46EED9621C40}" destId="{1181609B-8FBE-416A-A346-6E3448FDE3FE}" srcOrd="0" destOrd="0" presId="urn:microsoft.com/office/officeart/2005/8/layout/process1"/>
    <dgm:cxn modelId="{0C0ADAA6-080B-42C9-91A1-B7F10914EFEA}" srcId="{8EDC95EB-089E-4FCC-9A7B-2AEC6672B3A8}" destId="{DBB0C80E-BE46-4450-BFF0-0CF5631299C1}" srcOrd="2" destOrd="0" parTransId="{A1D8B06E-7FA7-4DC5-95B6-F26B1BACE6BE}" sibTransId="{5E078194-AACF-4458-9A3E-B3C175629B08}"/>
    <dgm:cxn modelId="{F15903C7-5FE9-4115-9A49-080E36D82735}" type="presOf" srcId="{54520659-493D-46F6-B5D0-37575FC87606}" destId="{FA53CB42-0BD3-4139-8806-F0F9973B4C37}" srcOrd="1" destOrd="0" presId="urn:microsoft.com/office/officeart/2005/8/layout/process1"/>
    <dgm:cxn modelId="{4FA56DC7-6EDA-4761-9D45-9FD2E709DC03}" type="presOf" srcId="{8EDC95EB-089E-4FCC-9A7B-2AEC6672B3A8}" destId="{E65C3B0F-1223-4D3C-9102-2DC08EA094F4}" srcOrd="0" destOrd="0" presId="urn:microsoft.com/office/officeart/2005/8/layout/process1"/>
    <dgm:cxn modelId="{2B516ACA-463F-4CA0-9AEB-C13AD9A516DB}" type="presOf" srcId="{DBB0C80E-BE46-4450-BFF0-0CF5631299C1}" destId="{86C01AF0-93E8-4ADC-83AC-41A373352250}" srcOrd="0" destOrd="0" presId="urn:microsoft.com/office/officeart/2005/8/layout/process1"/>
    <dgm:cxn modelId="{1ABC8DE0-C91B-477F-8381-3C78FBB27245}" srcId="{8EDC95EB-089E-4FCC-9A7B-2AEC6672B3A8}" destId="{63B97D93-E554-408B-B865-A752942BC2D2}" srcOrd="3" destOrd="0" parTransId="{D26B493A-9F14-4F10-AC21-A8196846449D}" sibTransId="{A6028B69-C10F-4B51-B4C3-B7EE9A267206}"/>
    <dgm:cxn modelId="{190CEDE1-3354-4C47-9A8E-7705074E941F}" type="presOf" srcId="{CAAEA953-D59E-4412-A415-4296616C7E5E}" destId="{F239663F-D750-402E-BE24-43C2F55B043C}" srcOrd="0" destOrd="0" presId="urn:microsoft.com/office/officeart/2005/8/layout/process1"/>
    <dgm:cxn modelId="{8C09A8E2-0CA9-4C8E-AA56-5E92F333014F}" type="presOf" srcId="{68E1E81A-ACB3-462D-A340-4E00ACADAADE}" destId="{E6CA2E7F-C476-4DC0-ABC5-F86E1BF8444C}" srcOrd="0" destOrd="0" presId="urn:microsoft.com/office/officeart/2005/8/layout/process1"/>
    <dgm:cxn modelId="{EE90B7ED-1D11-410C-ACAD-951B90194D32}" type="presOf" srcId="{1F6AF51F-BDB5-4F52-8273-54C372A2DC75}" destId="{9A01FD85-BA05-43FC-9860-165E6A7B029C}" srcOrd="0" destOrd="0" presId="urn:microsoft.com/office/officeart/2005/8/layout/process1"/>
    <dgm:cxn modelId="{3F1E44F3-BF5A-4C4A-84C2-978F8E77A6B8}" type="presOf" srcId="{00C41D78-DEFD-4A11-B113-D333955A6377}" destId="{ACA0832C-2C86-430C-8F52-5FCD97E41BEE}" srcOrd="1" destOrd="0" presId="urn:microsoft.com/office/officeart/2005/8/layout/process1"/>
    <dgm:cxn modelId="{330F7D08-68CA-48DB-8816-85841F0EB4D7}" type="presParOf" srcId="{E65C3B0F-1223-4D3C-9102-2DC08EA094F4}" destId="{C587CD05-A919-47BA-A80E-06B17B4DEBC4}" srcOrd="0" destOrd="0" presId="urn:microsoft.com/office/officeart/2005/8/layout/process1"/>
    <dgm:cxn modelId="{B59F3852-CF73-4CB0-A427-DC88BFA0C576}" type="presParOf" srcId="{E65C3B0F-1223-4D3C-9102-2DC08EA094F4}" destId="{AB20460D-DA26-4E2E-A139-D028CCAF55AD}" srcOrd="1" destOrd="0" presId="urn:microsoft.com/office/officeart/2005/8/layout/process1"/>
    <dgm:cxn modelId="{16D3BF6D-C268-4DEF-BF85-9172973B9AD3}" type="presParOf" srcId="{AB20460D-DA26-4E2E-A139-D028CCAF55AD}" destId="{ACA0832C-2C86-430C-8F52-5FCD97E41BEE}" srcOrd="0" destOrd="0" presId="urn:microsoft.com/office/officeart/2005/8/layout/process1"/>
    <dgm:cxn modelId="{20D9A54B-CC16-484F-A4B0-CFDF61E780B8}" type="presParOf" srcId="{E65C3B0F-1223-4D3C-9102-2DC08EA094F4}" destId="{E6CA2E7F-C476-4DC0-ABC5-F86E1BF8444C}" srcOrd="2" destOrd="0" presId="urn:microsoft.com/office/officeart/2005/8/layout/process1"/>
    <dgm:cxn modelId="{CF13F577-4C63-4A61-B8E0-20C9CBE6F204}" type="presParOf" srcId="{E65C3B0F-1223-4D3C-9102-2DC08EA094F4}" destId="{ABA857AF-AB5D-4E4B-821C-A807AA71E87C}" srcOrd="3" destOrd="0" presId="urn:microsoft.com/office/officeart/2005/8/layout/process1"/>
    <dgm:cxn modelId="{3F72EADA-4549-4407-83E5-76CE87CCC655}" type="presParOf" srcId="{ABA857AF-AB5D-4E4B-821C-A807AA71E87C}" destId="{FA53CB42-0BD3-4139-8806-F0F9973B4C37}" srcOrd="0" destOrd="0" presId="urn:microsoft.com/office/officeart/2005/8/layout/process1"/>
    <dgm:cxn modelId="{C574D5D7-693B-45CE-B7F4-F85FB5E4661E}" type="presParOf" srcId="{E65C3B0F-1223-4D3C-9102-2DC08EA094F4}" destId="{86C01AF0-93E8-4ADC-83AC-41A373352250}" srcOrd="4" destOrd="0" presId="urn:microsoft.com/office/officeart/2005/8/layout/process1"/>
    <dgm:cxn modelId="{0ACC53B6-4E2F-4FE5-B183-483A2C41C017}" type="presParOf" srcId="{E65C3B0F-1223-4D3C-9102-2DC08EA094F4}" destId="{ED9B7062-84BB-4FE1-BC74-951880287B74}" srcOrd="5" destOrd="0" presId="urn:microsoft.com/office/officeart/2005/8/layout/process1"/>
    <dgm:cxn modelId="{B3FA1DE6-9D19-4843-8F79-A1759D95676A}" type="presParOf" srcId="{ED9B7062-84BB-4FE1-BC74-951880287B74}" destId="{145B9007-C9F1-4F92-8B34-1CAEF7F2303F}" srcOrd="0" destOrd="0" presId="urn:microsoft.com/office/officeart/2005/8/layout/process1"/>
    <dgm:cxn modelId="{B6F6D23E-0F96-4868-A5C4-1E9045A1C07B}" type="presParOf" srcId="{E65C3B0F-1223-4D3C-9102-2DC08EA094F4}" destId="{8DB0ACFA-13DC-4673-B771-43EFDD2EA6D4}" srcOrd="6" destOrd="0" presId="urn:microsoft.com/office/officeart/2005/8/layout/process1"/>
    <dgm:cxn modelId="{E9116633-C45C-42A6-94DF-13A404BF2952}" type="presParOf" srcId="{E65C3B0F-1223-4D3C-9102-2DC08EA094F4}" destId="{B828D57D-E887-4157-AB5D-C6E206B87E0C}" srcOrd="7" destOrd="0" presId="urn:microsoft.com/office/officeart/2005/8/layout/process1"/>
    <dgm:cxn modelId="{1F451186-78A5-42E6-9783-BE23F52B0D43}" type="presParOf" srcId="{B828D57D-E887-4157-AB5D-C6E206B87E0C}" destId="{948B8D23-7BA7-45EF-B43C-EC7F6A59C87E}" srcOrd="0" destOrd="0" presId="urn:microsoft.com/office/officeart/2005/8/layout/process1"/>
    <dgm:cxn modelId="{FEB9C3DA-B076-467B-B382-170CD476D3C0}" type="presParOf" srcId="{E65C3B0F-1223-4D3C-9102-2DC08EA094F4}" destId="{F239663F-D750-402E-BE24-43C2F55B043C}" srcOrd="8" destOrd="0" presId="urn:microsoft.com/office/officeart/2005/8/layout/process1"/>
    <dgm:cxn modelId="{84F9DD34-8BCE-41D7-B144-B20B98DE9446}" type="presParOf" srcId="{E65C3B0F-1223-4D3C-9102-2DC08EA094F4}" destId="{1181609B-8FBE-416A-A346-6E3448FDE3FE}" srcOrd="9" destOrd="0" presId="urn:microsoft.com/office/officeart/2005/8/layout/process1"/>
    <dgm:cxn modelId="{7660FAD8-71EC-4EB1-B69D-E1D27DB4B4E6}" type="presParOf" srcId="{1181609B-8FBE-416A-A346-6E3448FDE3FE}" destId="{D2B6543B-6AD5-4278-99E4-87E58F69C67E}" srcOrd="0" destOrd="0" presId="urn:microsoft.com/office/officeart/2005/8/layout/process1"/>
    <dgm:cxn modelId="{E957CF53-3C6D-46A0-88C9-BEFD569DD346}" type="presParOf" srcId="{E65C3B0F-1223-4D3C-9102-2DC08EA094F4}" destId="{9A01FD85-BA05-43FC-9860-165E6A7B029C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EDC95EB-089E-4FCC-9A7B-2AEC6672B3A8}" type="doc">
      <dgm:prSet loTypeId="urn:microsoft.com/office/officeart/2005/8/layout/process1" loCatId="process" qsTypeId="urn:microsoft.com/office/officeart/2005/8/quickstyle/simple3" qsCatId="simple" csTypeId="urn:microsoft.com/office/officeart/2005/8/colors/accent5_2" csCatId="accent5" phldr="1"/>
      <dgm:spPr/>
      <dgm:t>
        <a:bodyPr/>
        <a:lstStyle/>
        <a:p>
          <a:endParaRPr lang="en-MY"/>
        </a:p>
      </dgm:t>
    </dgm:pt>
    <dgm:pt modelId="{89DCB258-197F-499B-AE1F-9C1065D12BF0}">
      <dgm:prSet phldrT="[Text]" phldr="0"/>
      <dgm:spPr/>
      <dgm:t>
        <a:bodyPr/>
        <a:lstStyle/>
        <a:p>
          <a:r>
            <a:rPr lang="en-US"/>
            <a:t>Enquiry</a:t>
          </a:r>
          <a:endParaRPr lang="en-MY" dirty="0"/>
        </a:p>
      </dgm:t>
    </dgm:pt>
    <dgm:pt modelId="{72F44DFD-48E9-4E79-9E9B-C32DF8B5C141}" type="parTrans" cxnId="{2FFDA305-614D-4542-B3F0-024BC6759F11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00C41D78-DEFD-4A11-B113-D333955A6377}" type="sibTrans" cxnId="{2FFDA305-614D-4542-B3F0-024BC6759F11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68E1E81A-ACB3-462D-A340-4E00ACADAADE}">
      <dgm:prSet phldrT="[Text]" phldr="0"/>
      <dgm:spPr/>
      <dgm:t>
        <a:bodyPr/>
        <a:lstStyle/>
        <a:p>
          <a:r>
            <a:rPr lang="en-US"/>
            <a:t>Project start</a:t>
          </a:r>
          <a:endParaRPr lang="en-MY" dirty="0"/>
        </a:p>
      </dgm:t>
    </dgm:pt>
    <dgm:pt modelId="{3E61F3DD-95A7-4D10-AAFE-11D500F249AC}" type="parTrans" cxnId="{33280320-D0DA-4BA0-A2B2-4ADA3C476CF6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54520659-493D-46F6-B5D0-37575FC87606}" type="sibTrans" cxnId="{33280320-D0DA-4BA0-A2B2-4ADA3C476CF6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DBB0C80E-BE46-4450-BFF0-0CF5631299C1}">
      <dgm:prSet phldrT="[Text]" phldr="0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Pilot </a:t>
          </a:r>
          <a:r>
            <a:rPr lang="en-US" dirty="0" err="1"/>
            <a:t>mould</a:t>
          </a:r>
          <a:r>
            <a:rPr lang="en-US" dirty="0"/>
            <a:t> fabrication</a:t>
          </a:r>
          <a:endParaRPr lang="en-MY" dirty="0"/>
        </a:p>
      </dgm:t>
    </dgm:pt>
    <dgm:pt modelId="{A1D8B06E-7FA7-4DC5-95B6-F26B1BACE6BE}" type="parTrans" cxnId="{0C0ADAA6-080B-42C9-91A1-B7F10914EFEA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5E078194-AACF-4458-9A3E-B3C175629B08}" type="sibTrans" cxnId="{0C0ADAA6-080B-42C9-91A1-B7F10914EFEA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63B97D93-E554-408B-B865-A752942BC2D2}">
      <dgm:prSet phldrT="[Text]" phldr="0"/>
      <dgm:spPr/>
      <dgm:t>
        <a:bodyPr/>
        <a:lstStyle/>
        <a:p>
          <a:r>
            <a:rPr lang="en-US"/>
            <a:t>New machine purchase</a:t>
          </a:r>
          <a:endParaRPr lang="en-MY" dirty="0"/>
        </a:p>
      </dgm:t>
    </dgm:pt>
    <dgm:pt modelId="{D26B493A-9F14-4F10-AC21-A8196846449D}" type="parTrans" cxnId="{1ABC8DE0-C91B-477F-8381-3C78FBB27245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A6028B69-C10F-4B51-B4C3-B7EE9A267206}" type="sibTrans" cxnId="{1ABC8DE0-C91B-477F-8381-3C78FBB27245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CAAEA953-D59E-4412-A415-4296616C7E5E}">
      <dgm:prSet phldrT="[Text]" phldr="0"/>
      <dgm:spPr/>
      <dgm:t>
        <a:bodyPr/>
        <a:lstStyle/>
        <a:p>
          <a:r>
            <a:rPr lang="en-US"/>
            <a:t>Product mould fabrication</a:t>
          </a:r>
          <a:endParaRPr lang="en-MY" dirty="0"/>
        </a:p>
      </dgm:t>
    </dgm:pt>
    <dgm:pt modelId="{6DE069A8-23DE-43DD-9C0F-D4337A04AC91}" type="parTrans" cxnId="{D0B91F6B-703F-42EF-9AF1-FB92562C4D38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5AFD50BB-8B4D-48E9-862B-46EED9621C40}" type="sibTrans" cxnId="{D0B91F6B-703F-42EF-9AF1-FB92562C4D38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1F6AF51F-BDB5-4F52-8273-54C372A2DC75}">
      <dgm:prSet phldrT="[Text]" phldr="0"/>
      <dgm:spPr/>
      <dgm:t>
        <a:bodyPr/>
        <a:lstStyle/>
        <a:p>
          <a:r>
            <a:rPr lang="en-US"/>
            <a:t>Trial Run at JJ</a:t>
          </a:r>
          <a:endParaRPr lang="en-MY" dirty="0"/>
        </a:p>
      </dgm:t>
    </dgm:pt>
    <dgm:pt modelId="{16FDCBF2-44AE-4CBA-A3A1-D7A6F74BD71D}" type="parTrans" cxnId="{C5618C71-78D1-4AC7-BF0E-1D1DB2EC688F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E491F74F-97E7-4BC8-8DCC-B5A3C718E43F}" type="sibTrans" cxnId="{C5618C71-78D1-4AC7-BF0E-1D1DB2EC688F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E65C3B0F-1223-4D3C-9102-2DC08EA094F4}" type="pres">
      <dgm:prSet presAssocID="{8EDC95EB-089E-4FCC-9A7B-2AEC6672B3A8}" presName="Name0" presStyleCnt="0">
        <dgm:presLayoutVars>
          <dgm:dir/>
          <dgm:resizeHandles val="exact"/>
        </dgm:presLayoutVars>
      </dgm:prSet>
      <dgm:spPr/>
    </dgm:pt>
    <dgm:pt modelId="{C587CD05-A919-47BA-A80E-06B17B4DEBC4}" type="pres">
      <dgm:prSet presAssocID="{89DCB258-197F-499B-AE1F-9C1065D12BF0}" presName="node" presStyleLbl="node1" presStyleIdx="0" presStyleCnt="6">
        <dgm:presLayoutVars>
          <dgm:bulletEnabled val="1"/>
        </dgm:presLayoutVars>
      </dgm:prSet>
      <dgm:spPr/>
    </dgm:pt>
    <dgm:pt modelId="{AB20460D-DA26-4E2E-A139-D028CCAF55AD}" type="pres">
      <dgm:prSet presAssocID="{00C41D78-DEFD-4A11-B113-D333955A6377}" presName="sibTrans" presStyleLbl="sibTrans2D1" presStyleIdx="0" presStyleCnt="5"/>
      <dgm:spPr/>
    </dgm:pt>
    <dgm:pt modelId="{ACA0832C-2C86-430C-8F52-5FCD97E41BEE}" type="pres">
      <dgm:prSet presAssocID="{00C41D78-DEFD-4A11-B113-D333955A6377}" presName="connectorText" presStyleLbl="sibTrans2D1" presStyleIdx="0" presStyleCnt="5"/>
      <dgm:spPr/>
    </dgm:pt>
    <dgm:pt modelId="{E6CA2E7F-C476-4DC0-ABC5-F86E1BF8444C}" type="pres">
      <dgm:prSet presAssocID="{68E1E81A-ACB3-462D-A340-4E00ACADAADE}" presName="node" presStyleLbl="node1" presStyleIdx="1" presStyleCnt="6">
        <dgm:presLayoutVars>
          <dgm:bulletEnabled val="1"/>
        </dgm:presLayoutVars>
      </dgm:prSet>
      <dgm:spPr/>
    </dgm:pt>
    <dgm:pt modelId="{ABA857AF-AB5D-4E4B-821C-A807AA71E87C}" type="pres">
      <dgm:prSet presAssocID="{54520659-493D-46F6-B5D0-37575FC87606}" presName="sibTrans" presStyleLbl="sibTrans2D1" presStyleIdx="1" presStyleCnt="5"/>
      <dgm:spPr/>
    </dgm:pt>
    <dgm:pt modelId="{FA53CB42-0BD3-4139-8806-F0F9973B4C37}" type="pres">
      <dgm:prSet presAssocID="{54520659-493D-46F6-B5D0-37575FC87606}" presName="connectorText" presStyleLbl="sibTrans2D1" presStyleIdx="1" presStyleCnt="5"/>
      <dgm:spPr/>
    </dgm:pt>
    <dgm:pt modelId="{86C01AF0-93E8-4ADC-83AC-41A373352250}" type="pres">
      <dgm:prSet presAssocID="{DBB0C80E-BE46-4450-BFF0-0CF5631299C1}" presName="node" presStyleLbl="node1" presStyleIdx="2" presStyleCnt="6">
        <dgm:presLayoutVars>
          <dgm:bulletEnabled val="1"/>
        </dgm:presLayoutVars>
      </dgm:prSet>
      <dgm:spPr/>
    </dgm:pt>
    <dgm:pt modelId="{ED9B7062-84BB-4FE1-BC74-951880287B74}" type="pres">
      <dgm:prSet presAssocID="{5E078194-AACF-4458-9A3E-B3C175629B08}" presName="sibTrans" presStyleLbl="sibTrans2D1" presStyleIdx="2" presStyleCnt="5"/>
      <dgm:spPr/>
    </dgm:pt>
    <dgm:pt modelId="{145B9007-C9F1-4F92-8B34-1CAEF7F2303F}" type="pres">
      <dgm:prSet presAssocID="{5E078194-AACF-4458-9A3E-B3C175629B08}" presName="connectorText" presStyleLbl="sibTrans2D1" presStyleIdx="2" presStyleCnt="5"/>
      <dgm:spPr/>
    </dgm:pt>
    <dgm:pt modelId="{8DB0ACFA-13DC-4673-B771-43EFDD2EA6D4}" type="pres">
      <dgm:prSet presAssocID="{63B97D93-E554-408B-B865-A752942BC2D2}" presName="node" presStyleLbl="node1" presStyleIdx="3" presStyleCnt="6">
        <dgm:presLayoutVars>
          <dgm:bulletEnabled val="1"/>
        </dgm:presLayoutVars>
      </dgm:prSet>
      <dgm:spPr/>
    </dgm:pt>
    <dgm:pt modelId="{B828D57D-E887-4157-AB5D-C6E206B87E0C}" type="pres">
      <dgm:prSet presAssocID="{A6028B69-C10F-4B51-B4C3-B7EE9A267206}" presName="sibTrans" presStyleLbl="sibTrans2D1" presStyleIdx="3" presStyleCnt="5"/>
      <dgm:spPr/>
    </dgm:pt>
    <dgm:pt modelId="{948B8D23-7BA7-45EF-B43C-EC7F6A59C87E}" type="pres">
      <dgm:prSet presAssocID="{A6028B69-C10F-4B51-B4C3-B7EE9A267206}" presName="connectorText" presStyleLbl="sibTrans2D1" presStyleIdx="3" presStyleCnt="5"/>
      <dgm:spPr/>
    </dgm:pt>
    <dgm:pt modelId="{F239663F-D750-402E-BE24-43C2F55B043C}" type="pres">
      <dgm:prSet presAssocID="{CAAEA953-D59E-4412-A415-4296616C7E5E}" presName="node" presStyleLbl="node1" presStyleIdx="4" presStyleCnt="6">
        <dgm:presLayoutVars>
          <dgm:bulletEnabled val="1"/>
        </dgm:presLayoutVars>
      </dgm:prSet>
      <dgm:spPr/>
    </dgm:pt>
    <dgm:pt modelId="{1181609B-8FBE-416A-A346-6E3448FDE3FE}" type="pres">
      <dgm:prSet presAssocID="{5AFD50BB-8B4D-48E9-862B-46EED9621C40}" presName="sibTrans" presStyleLbl="sibTrans2D1" presStyleIdx="4" presStyleCnt="5"/>
      <dgm:spPr/>
    </dgm:pt>
    <dgm:pt modelId="{D2B6543B-6AD5-4278-99E4-87E58F69C67E}" type="pres">
      <dgm:prSet presAssocID="{5AFD50BB-8B4D-48E9-862B-46EED9621C40}" presName="connectorText" presStyleLbl="sibTrans2D1" presStyleIdx="4" presStyleCnt="5"/>
      <dgm:spPr/>
    </dgm:pt>
    <dgm:pt modelId="{9A01FD85-BA05-43FC-9860-165E6A7B029C}" type="pres">
      <dgm:prSet presAssocID="{1F6AF51F-BDB5-4F52-8273-54C372A2DC75}" presName="node" presStyleLbl="node1" presStyleIdx="5" presStyleCnt="6">
        <dgm:presLayoutVars>
          <dgm:bulletEnabled val="1"/>
        </dgm:presLayoutVars>
      </dgm:prSet>
      <dgm:spPr/>
    </dgm:pt>
  </dgm:ptLst>
  <dgm:cxnLst>
    <dgm:cxn modelId="{2FFDA305-614D-4542-B3F0-024BC6759F11}" srcId="{8EDC95EB-089E-4FCC-9A7B-2AEC6672B3A8}" destId="{89DCB258-197F-499B-AE1F-9C1065D12BF0}" srcOrd="0" destOrd="0" parTransId="{72F44DFD-48E9-4E79-9E9B-C32DF8B5C141}" sibTransId="{00C41D78-DEFD-4A11-B113-D333955A6377}"/>
    <dgm:cxn modelId="{CD3E261A-12FB-4FED-AC27-9337EE466E35}" type="presOf" srcId="{63B97D93-E554-408B-B865-A752942BC2D2}" destId="{8DB0ACFA-13DC-4673-B771-43EFDD2EA6D4}" srcOrd="0" destOrd="0" presId="urn:microsoft.com/office/officeart/2005/8/layout/process1"/>
    <dgm:cxn modelId="{33280320-D0DA-4BA0-A2B2-4ADA3C476CF6}" srcId="{8EDC95EB-089E-4FCC-9A7B-2AEC6672B3A8}" destId="{68E1E81A-ACB3-462D-A340-4E00ACADAADE}" srcOrd="1" destOrd="0" parTransId="{3E61F3DD-95A7-4D10-AAFE-11D500F249AC}" sibTransId="{54520659-493D-46F6-B5D0-37575FC87606}"/>
    <dgm:cxn modelId="{162BE12B-6C4D-4D38-A13E-838104FBE4DE}" type="presOf" srcId="{5AFD50BB-8B4D-48E9-862B-46EED9621C40}" destId="{D2B6543B-6AD5-4278-99E4-87E58F69C67E}" srcOrd="1" destOrd="0" presId="urn:microsoft.com/office/officeart/2005/8/layout/process1"/>
    <dgm:cxn modelId="{4CD8782F-CE32-44E7-A868-6D89EBE3CBB6}" type="presOf" srcId="{A6028B69-C10F-4B51-B4C3-B7EE9A267206}" destId="{B828D57D-E887-4157-AB5D-C6E206B87E0C}" srcOrd="0" destOrd="0" presId="urn:microsoft.com/office/officeart/2005/8/layout/process1"/>
    <dgm:cxn modelId="{1847C13D-A631-43AA-B71C-CB50C87D1761}" type="presOf" srcId="{89DCB258-197F-499B-AE1F-9C1065D12BF0}" destId="{C587CD05-A919-47BA-A80E-06B17B4DEBC4}" srcOrd="0" destOrd="0" presId="urn:microsoft.com/office/officeart/2005/8/layout/process1"/>
    <dgm:cxn modelId="{360D9447-A6DA-43E1-B2FC-C1A0ED82C060}" type="presOf" srcId="{A6028B69-C10F-4B51-B4C3-B7EE9A267206}" destId="{948B8D23-7BA7-45EF-B43C-EC7F6A59C87E}" srcOrd="1" destOrd="0" presId="urn:microsoft.com/office/officeart/2005/8/layout/process1"/>
    <dgm:cxn modelId="{D0B91F6B-703F-42EF-9AF1-FB92562C4D38}" srcId="{8EDC95EB-089E-4FCC-9A7B-2AEC6672B3A8}" destId="{CAAEA953-D59E-4412-A415-4296616C7E5E}" srcOrd="4" destOrd="0" parTransId="{6DE069A8-23DE-43DD-9C0F-D4337A04AC91}" sibTransId="{5AFD50BB-8B4D-48E9-862B-46EED9621C40}"/>
    <dgm:cxn modelId="{E49D9A6E-6284-4FB0-9EFC-34A65DB5125F}" type="presOf" srcId="{5E078194-AACF-4458-9A3E-B3C175629B08}" destId="{ED9B7062-84BB-4FE1-BC74-951880287B74}" srcOrd="0" destOrd="0" presId="urn:microsoft.com/office/officeart/2005/8/layout/process1"/>
    <dgm:cxn modelId="{C5618C71-78D1-4AC7-BF0E-1D1DB2EC688F}" srcId="{8EDC95EB-089E-4FCC-9A7B-2AEC6672B3A8}" destId="{1F6AF51F-BDB5-4F52-8273-54C372A2DC75}" srcOrd="5" destOrd="0" parTransId="{16FDCBF2-44AE-4CBA-A3A1-D7A6F74BD71D}" sibTransId="{E491F74F-97E7-4BC8-8DCC-B5A3C718E43F}"/>
    <dgm:cxn modelId="{1306DA53-D856-46B4-9253-E48BD1F25CBA}" type="presOf" srcId="{5E078194-AACF-4458-9A3E-B3C175629B08}" destId="{145B9007-C9F1-4F92-8B34-1CAEF7F2303F}" srcOrd="1" destOrd="0" presId="urn:microsoft.com/office/officeart/2005/8/layout/process1"/>
    <dgm:cxn modelId="{0502D557-C182-4DD3-8431-4A38E13A0011}" type="presOf" srcId="{00C41D78-DEFD-4A11-B113-D333955A6377}" destId="{AB20460D-DA26-4E2E-A139-D028CCAF55AD}" srcOrd="0" destOrd="0" presId="urn:microsoft.com/office/officeart/2005/8/layout/process1"/>
    <dgm:cxn modelId="{EBAC1491-0CAD-41DD-A711-FBAD52DA7E2F}" type="presOf" srcId="{54520659-493D-46F6-B5D0-37575FC87606}" destId="{ABA857AF-AB5D-4E4B-821C-A807AA71E87C}" srcOrd="0" destOrd="0" presId="urn:microsoft.com/office/officeart/2005/8/layout/process1"/>
    <dgm:cxn modelId="{4D3D259B-12FA-40DC-898D-BE485397737F}" type="presOf" srcId="{5AFD50BB-8B4D-48E9-862B-46EED9621C40}" destId="{1181609B-8FBE-416A-A346-6E3448FDE3FE}" srcOrd="0" destOrd="0" presId="urn:microsoft.com/office/officeart/2005/8/layout/process1"/>
    <dgm:cxn modelId="{0C0ADAA6-080B-42C9-91A1-B7F10914EFEA}" srcId="{8EDC95EB-089E-4FCC-9A7B-2AEC6672B3A8}" destId="{DBB0C80E-BE46-4450-BFF0-0CF5631299C1}" srcOrd="2" destOrd="0" parTransId="{A1D8B06E-7FA7-4DC5-95B6-F26B1BACE6BE}" sibTransId="{5E078194-AACF-4458-9A3E-B3C175629B08}"/>
    <dgm:cxn modelId="{F15903C7-5FE9-4115-9A49-080E36D82735}" type="presOf" srcId="{54520659-493D-46F6-B5D0-37575FC87606}" destId="{FA53CB42-0BD3-4139-8806-F0F9973B4C37}" srcOrd="1" destOrd="0" presId="urn:microsoft.com/office/officeart/2005/8/layout/process1"/>
    <dgm:cxn modelId="{4FA56DC7-6EDA-4761-9D45-9FD2E709DC03}" type="presOf" srcId="{8EDC95EB-089E-4FCC-9A7B-2AEC6672B3A8}" destId="{E65C3B0F-1223-4D3C-9102-2DC08EA094F4}" srcOrd="0" destOrd="0" presId="urn:microsoft.com/office/officeart/2005/8/layout/process1"/>
    <dgm:cxn modelId="{2B516ACA-463F-4CA0-9AEB-C13AD9A516DB}" type="presOf" srcId="{DBB0C80E-BE46-4450-BFF0-0CF5631299C1}" destId="{86C01AF0-93E8-4ADC-83AC-41A373352250}" srcOrd="0" destOrd="0" presId="urn:microsoft.com/office/officeart/2005/8/layout/process1"/>
    <dgm:cxn modelId="{1ABC8DE0-C91B-477F-8381-3C78FBB27245}" srcId="{8EDC95EB-089E-4FCC-9A7B-2AEC6672B3A8}" destId="{63B97D93-E554-408B-B865-A752942BC2D2}" srcOrd="3" destOrd="0" parTransId="{D26B493A-9F14-4F10-AC21-A8196846449D}" sibTransId="{A6028B69-C10F-4B51-B4C3-B7EE9A267206}"/>
    <dgm:cxn modelId="{190CEDE1-3354-4C47-9A8E-7705074E941F}" type="presOf" srcId="{CAAEA953-D59E-4412-A415-4296616C7E5E}" destId="{F239663F-D750-402E-BE24-43C2F55B043C}" srcOrd="0" destOrd="0" presId="urn:microsoft.com/office/officeart/2005/8/layout/process1"/>
    <dgm:cxn modelId="{8C09A8E2-0CA9-4C8E-AA56-5E92F333014F}" type="presOf" srcId="{68E1E81A-ACB3-462D-A340-4E00ACADAADE}" destId="{E6CA2E7F-C476-4DC0-ABC5-F86E1BF8444C}" srcOrd="0" destOrd="0" presId="urn:microsoft.com/office/officeart/2005/8/layout/process1"/>
    <dgm:cxn modelId="{EE90B7ED-1D11-410C-ACAD-951B90194D32}" type="presOf" srcId="{1F6AF51F-BDB5-4F52-8273-54C372A2DC75}" destId="{9A01FD85-BA05-43FC-9860-165E6A7B029C}" srcOrd="0" destOrd="0" presId="urn:microsoft.com/office/officeart/2005/8/layout/process1"/>
    <dgm:cxn modelId="{3F1E44F3-BF5A-4C4A-84C2-978F8E77A6B8}" type="presOf" srcId="{00C41D78-DEFD-4A11-B113-D333955A6377}" destId="{ACA0832C-2C86-430C-8F52-5FCD97E41BEE}" srcOrd="1" destOrd="0" presId="urn:microsoft.com/office/officeart/2005/8/layout/process1"/>
    <dgm:cxn modelId="{330F7D08-68CA-48DB-8816-85841F0EB4D7}" type="presParOf" srcId="{E65C3B0F-1223-4D3C-9102-2DC08EA094F4}" destId="{C587CD05-A919-47BA-A80E-06B17B4DEBC4}" srcOrd="0" destOrd="0" presId="urn:microsoft.com/office/officeart/2005/8/layout/process1"/>
    <dgm:cxn modelId="{B59F3852-CF73-4CB0-A427-DC88BFA0C576}" type="presParOf" srcId="{E65C3B0F-1223-4D3C-9102-2DC08EA094F4}" destId="{AB20460D-DA26-4E2E-A139-D028CCAF55AD}" srcOrd="1" destOrd="0" presId="urn:microsoft.com/office/officeart/2005/8/layout/process1"/>
    <dgm:cxn modelId="{16D3BF6D-C268-4DEF-BF85-9172973B9AD3}" type="presParOf" srcId="{AB20460D-DA26-4E2E-A139-D028CCAF55AD}" destId="{ACA0832C-2C86-430C-8F52-5FCD97E41BEE}" srcOrd="0" destOrd="0" presId="urn:microsoft.com/office/officeart/2005/8/layout/process1"/>
    <dgm:cxn modelId="{20D9A54B-CC16-484F-A4B0-CFDF61E780B8}" type="presParOf" srcId="{E65C3B0F-1223-4D3C-9102-2DC08EA094F4}" destId="{E6CA2E7F-C476-4DC0-ABC5-F86E1BF8444C}" srcOrd="2" destOrd="0" presId="urn:microsoft.com/office/officeart/2005/8/layout/process1"/>
    <dgm:cxn modelId="{CF13F577-4C63-4A61-B8E0-20C9CBE6F204}" type="presParOf" srcId="{E65C3B0F-1223-4D3C-9102-2DC08EA094F4}" destId="{ABA857AF-AB5D-4E4B-821C-A807AA71E87C}" srcOrd="3" destOrd="0" presId="urn:microsoft.com/office/officeart/2005/8/layout/process1"/>
    <dgm:cxn modelId="{3F72EADA-4549-4407-83E5-76CE87CCC655}" type="presParOf" srcId="{ABA857AF-AB5D-4E4B-821C-A807AA71E87C}" destId="{FA53CB42-0BD3-4139-8806-F0F9973B4C37}" srcOrd="0" destOrd="0" presId="urn:microsoft.com/office/officeart/2005/8/layout/process1"/>
    <dgm:cxn modelId="{C574D5D7-693B-45CE-B7F4-F85FB5E4661E}" type="presParOf" srcId="{E65C3B0F-1223-4D3C-9102-2DC08EA094F4}" destId="{86C01AF0-93E8-4ADC-83AC-41A373352250}" srcOrd="4" destOrd="0" presId="urn:microsoft.com/office/officeart/2005/8/layout/process1"/>
    <dgm:cxn modelId="{0ACC53B6-4E2F-4FE5-B183-483A2C41C017}" type="presParOf" srcId="{E65C3B0F-1223-4D3C-9102-2DC08EA094F4}" destId="{ED9B7062-84BB-4FE1-BC74-951880287B74}" srcOrd="5" destOrd="0" presId="urn:microsoft.com/office/officeart/2005/8/layout/process1"/>
    <dgm:cxn modelId="{B3FA1DE6-9D19-4843-8F79-A1759D95676A}" type="presParOf" srcId="{ED9B7062-84BB-4FE1-BC74-951880287B74}" destId="{145B9007-C9F1-4F92-8B34-1CAEF7F2303F}" srcOrd="0" destOrd="0" presId="urn:microsoft.com/office/officeart/2005/8/layout/process1"/>
    <dgm:cxn modelId="{B6F6D23E-0F96-4868-A5C4-1E9045A1C07B}" type="presParOf" srcId="{E65C3B0F-1223-4D3C-9102-2DC08EA094F4}" destId="{8DB0ACFA-13DC-4673-B771-43EFDD2EA6D4}" srcOrd="6" destOrd="0" presId="urn:microsoft.com/office/officeart/2005/8/layout/process1"/>
    <dgm:cxn modelId="{E9116633-C45C-42A6-94DF-13A404BF2952}" type="presParOf" srcId="{E65C3B0F-1223-4D3C-9102-2DC08EA094F4}" destId="{B828D57D-E887-4157-AB5D-C6E206B87E0C}" srcOrd="7" destOrd="0" presId="urn:microsoft.com/office/officeart/2005/8/layout/process1"/>
    <dgm:cxn modelId="{1F451186-78A5-42E6-9783-BE23F52B0D43}" type="presParOf" srcId="{B828D57D-E887-4157-AB5D-C6E206B87E0C}" destId="{948B8D23-7BA7-45EF-B43C-EC7F6A59C87E}" srcOrd="0" destOrd="0" presId="urn:microsoft.com/office/officeart/2005/8/layout/process1"/>
    <dgm:cxn modelId="{FEB9C3DA-B076-467B-B382-170CD476D3C0}" type="presParOf" srcId="{E65C3B0F-1223-4D3C-9102-2DC08EA094F4}" destId="{F239663F-D750-402E-BE24-43C2F55B043C}" srcOrd="8" destOrd="0" presId="urn:microsoft.com/office/officeart/2005/8/layout/process1"/>
    <dgm:cxn modelId="{84F9DD34-8BCE-41D7-B144-B20B98DE9446}" type="presParOf" srcId="{E65C3B0F-1223-4D3C-9102-2DC08EA094F4}" destId="{1181609B-8FBE-416A-A346-6E3448FDE3FE}" srcOrd="9" destOrd="0" presId="urn:microsoft.com/office/officeart/2005/8/layout/process1"/>
    <dgm:cxn modelId="{7660FAD8-71EC-4EB1-B69D-E1D27DB4B4E6}" type="presParOf" srcId="{1181609B-8FBE-416A-A346-6E3448FDE3FE}" destId="{D2B6543B-6AD5-4278-99E4-87E58F69C67E}" srcOrd="0" destOrd="0" presId="urn:microsoft.com/office/officeart/2005/8/layout/process1"/>
    <dgm:cxn modelId="{E957CF53-3C6D-46A0-88C9-BEFD569DD346}" type="presParOf" srcId="{E65C3B0F-1223-4D3C-9102-2DC08EA094F4}" destId="{9A01FD85-BA05-43FC-9860-165E6A7B029C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EDC95EB-089E-4FCC-9A7B-2AEC6672B3A8}" type="doc">
      <dgm:prSet loTypeId="urn:microsoft.com/office/officeart/2005/8/layout/process1" loCatId="process" qsTypeId="urn:microsoft.com/office/officeart/2005/8/quickstyle/simple3" qsCatId="simple" csTypeId="urn:microsoft.com/office/officeart/2005/8/colors/accent5_2" csCatId="accent5" phldr="1"/>
      <dgm:spPr/>
      <dgm:t>
        <a:bodyPr/>
        <a:lstStyle/>
        <a:p>
          <a:endParaRPr lang="en-MY"/>
        </a:p>
      </dgm:t>
    </dgm:pt>
    <dgm:pt modelId="{89DCB258-197F-499B-AE1F-9C1065D12BF0}">
      <dgm:prSet phldrT="[Text]" phldr="0"/>
      <dgm:spPr/>
      <dgm:t>
        <a:bodyPr/>
        <a:lstStyle/>
        <a:p>
          <a:r>
            <a:rPr lang="en-US"/>
            <a:t>Enquiry</a:t>
          </a:r>
          <a:endParaRPr lang="en-MY" dirty="0"/>
        </a:p>
      </dgm:t>
    </dgm:pt>
    <dgm:pt modelId="{72F44DFD-48E9-4E79-9E9B-C32DF8B5C141}" type="parTrans" cxnId="{2FFDA305-614D-4542-B3F0-024BC6759F11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00C41D78-DEFD-4A11-B113-D333955A6377}" type="sibTrans" cxnId="{2FFDA305-614D-4542-B3F0-024BC6759F11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68E1E81A-ACB3-462D-A340-4E00ACADAADE}">
      <dgm:prSet phldrT="[Text]" phldr="0"/>
      <dgm:spPr/>
      <dgm:t>
        <a:bodyPr/>
        <a:lstStyle/>
        <a:p>
          <a:r>
            <a:rPr lang="en-US"/>
            <a:t>Project start</a:t>
          </a:r>
          <a:endParaRPr lang="en-MY" dirty="0"/>
        </a:p>
      </dgm:t>
    </dgm:pt>
    <dgm:pt modelId="{3E61F3DD-95A7-4D10-AAFE-11D500F249AC}" type="parTrans" cxnId="{33280320-D0DA-4BA0-A2B2-4ADA3C476CF6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54520659-493D-46F6-B5D0-37575FC87606}" type="sibTrans" cxnId="{33280320-D0DA-4BA0-A2B2-4ADA3C476CF6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DBB0C80E-BE46-4450-BFF0-0CF5631299C1}">
      <dgm:prSet phldrT="[Text]" phldr="0"/>
      <dgm:spPr/>
      <dgm:t>
        <a:bodyPr/>
        <a:lstStyle/>
        <a:p>
          <a:r>
            <a:rPr lang="en-US"/>
            <a:t>Pilot mould fabrication</a:t>
          </a:r>
          <a:endParaRPr lang="en-MY" dirty="0"/>
        </a:p>
      </dgm:t>
    </dgm:pt>
    <dgm:pt modelId="{A1D8B06E-7FA7-4DC5-95B6-F26B1BACE6BE}" type="parTrans" cxnId="{0C0ADAA6-080B-42C9-91A1-B7F10914EFEA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5E078194-AACF-4458-9A3E-B3C175629B08}" type="sibTrans" cxnId="{0C0ADAA6-080B-42C9-91A1-B7F10914EFEA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63B97D93-E554-408B-B865-A752942BC2D2}">
      <dgm:prSet phldrT="[Text]" phldr="0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sz="1600" b="1" dirty="0"/>
            <a:t>New machine purchase</a:t>
          </a:r>
          <a:endParaRPr lang="en-MY" sz="1600" b="1" dirty="0"/>
        </a:p>
      </dgm:t>
    </dgm:pt>
    <dgm:pt modelId="{D26B493A-9F14-4F10-AC21-A8196846449D}" type="parTrans" cxnId="{1ABC8DE0-C91B-477F-8381-3C78FBB27245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A6028B69-C10F-4B51-B4C3-B7EE9A267206}" type="sibTrans" cxnId="{1ABC8DE0-C91B-477F-8381-3C78FBB27245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CAAEA953-D59E-4412-A415-4296616C7E5E}">
      <dgm:prSet phldrT="[Text]" phldr="0"/>
      <dgm:spPr/>
      <dgm:t>
        <a:bodyPr/>
        <a:lstStyle/>
        <a:p>
          <a:r>
            <a:rPr lang="en-US"/>
            <a:t>Product mould fabrication</a:t>
          </a:r>
          <a:endParaRPr lang="en-MY" dirty="0"/>
        </a:p>
      </dgm:t>
    </dgm:pt>
    <dgm:pt modelId="{6DE069A8-23DE-43DD-9C0F-D4337A04AC91}" type="parTrans" cxnId="{D0B91F6B-703F-42EF-9AF1-FB92562C4D38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5AFD50BB-8B4D-48E9-862B-46EED9621C40}" type="sibTrans" cxnId="{D0B91F6B-703F-42EF-9AF1-FB92562C4D38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1F6AF51F-BDB5-4F52-8273-54C372A2DC75}">
      <dgm:prSet phldrT="[Text]" phldr="0"/>
      <dgm:spPr/>
      <dgm:t>
        <a:bodyPr/>
        <a:lstStyle/>
        <a:p>
          <a:r>
            <a:rPr lang="en-US"/>
            <a:t>Trial Run at JJ</a:t>
          </a:r>
          <a:endParaRPr lang="en-MY" dirty="0"/>
        </a:p>
      </dgm:t>
    </dgm:pt>
    <dgm:pt modelId="{16FDCBF2-44AE-4CBA-A3A1-D7A6F74BD71D}" type="parTrans" cxnId="{C5618C71-78D1-4AC7-BF0E-1D1DB2EC688F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E491F74F-97E7-4BC8-8DCC-B5A3C718E43F}" type="sibTrans" cxnId="{C5618C71-78D1-4AC7-BF0E-1D1DB2EC688F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E65C3B0F-1223-4D3C-9102-2DC08EA094F4}" type="pres">
      <dgm:prSet presAssocID="{8EDC95EB-089E-4FCC-9A7B-2AEC6672B3A8}" presName="Name0" presStyleCnt="0">
        <dgm:presLayoutVars>
          <dgm:dir/>
          <dgm:resizeHandles val="exact"/>
        </dgm:presLayoutVars>
      </dgm:prSet>
      <dgm:spPr/>
    </dgm:pt>
    <dgm:pt modelId="{C587CD05-A919-47BA-A80E-06B17B4DEBC4}" type="pres">
      <dgm:prSet presAssocID="{89DCB258-197F-499B-AE1F-9C1065D12BF0}" presName="node" presStyleLbl="node1" presStyleIdx="0" presStyleCnt="6">
        <dgm:presLayoutVars>
          <dgm:bulletEnabled val="1"/>
        </dgm:presLayoutVars>
      </dgm:prSet>
      <dgm:spPr/>
    </dgm:pt>
    <dgm:pt modelId="{AB20460D-DA26-4E2E-A139-D028CCAF55AD}" type="pres">
      <dgm:prSet presAssocID="{00C41D78-DEFD-4A11-B113-D333955A6377}" presName="sibTrans" presStyleLbl="sibTrans2D1" presStyleIdx="0" presStyleCnt="5"/>
      <dgm:spPr/>
    </dgm:pt>
    <dgm:pt modelId="{ACA0832C-2C86-430C-8F52-5FCD97E41BEE}" type="pres">
      <dgm:prSet presAssocID="{00C41D78-DEFD-4A11-B113-D333955A6377}" presName="connectorText" presStyleLbl="sibTrans2D1" presStyleIdx="0" presStyleCnt="5"/>
      <dgm:spPr/>
    </dgm:pt>
    <dgm:pt modelId="{E6CA2E7F-C476-4DC0-ABC5-F86E1BF8444C}" type="pres">
      <dgm:prSet presAssocID="{68E1E81A-ACB3-462D-A340-4E00ACADAADE}" presName="node" presStyleLbl="node1" presStyleIdx="1" presStyleCnt="6">
        <dgm:presLayoutVars>
          <dgm:bulletEnabled val="1"/>
        </dgm:presLayoutVars>
      </dgm:prSet>
      <dgm:spPr/>
    </dgm:pt>
    <dgm:pt modelId="{ABA857AF-AB5D-4E4B-821C-A807AA71E87C}" type="pres">
      <dgm:prSet presAssocID="{54520659-493D-46F6-B5D0-37575FC87606}" presName="sibTrans" presStyleLbl="sibTrans2D1" presStyleIdx="1" presStyleCnt="5"/>
      <dgm:spPr/>
    </dgm:pt>
    <dgm:pt modelId="{FA53CB42-0BD3-4139-8806-F0F9973B4C37}" type="pres">
      <dgm:prSet presAssocID="{54520659-493D-46F6-B5D0-37575FC87606}" presName="connectorText" presStyleLbl="sibTrans2D1" presStyleIdx="1" presStyleCnt="5"/>
      <dgm:spPr/>
    </dgm:pt>
    <dgm:pt modelId="{86C01AF0-93E8-4ADC-83AC-41A373352250}" type="pres">
      <dgm:prSet presAssocID="{DBB0C80E-BE46-4450-BFF0-0CF5631299C1}" presName="node" presStyleLbl="node1" presStyleIdx="2" presStyleCnt="6">
        <dgm:presLayoutVars>
          <dgm:bulletEnabled val="1"/>
        </dgm:presLayoutVars>
      </dgm:prSet>
      <dgm:spPr/>
    </dgm:pt>
    <dgm:pt modelId="{ED9B7062-84BB-4FE1-BC74-951880287B74}" type="pres">
      <dgm:prSet presAssocID="{5E078194-AACF-4458-9A3E-B3C175629B08}" presName="sibTrans" presStyleLbl="sibTrans2D1" presStyleIdx="2" presStyleCnt="5"/>
      <dgm:spPr/>
    </dgm:pt>
    <dgm:pt modelId="{145B9007-C9F1-4F92-8B34-1CAEF7F2303F}" type="pres">
      <dgm:prSet presAssocID="{5E078194-AACF-4458-9A3E-B3C175629B08}" presName="connectorText" presStyleLbl="sibTrans2D1" presStyleIdx="2" presStyleCnt="5"/>
      <dgm:spPr/>
    </dgm:pt>
    <dgm:pt modelId="{8DB0ACFA-13DC-4673-B771-43EFDD2EA6D4}" type="pres">
      <dgm:prSet presAssocID="{63B97D93-E554-408B-B865-A752942BC2D2}" presName="node" presStyleLbl="node1" presStyleIdx="3" presStyleCnt="6">
        <dgm:presLayoutVars>
          <dgm:bulletEnabled val="1"/>
        </dgm:presLayoutVars>
      </dgm:prSet>
      <dgm:spPr/>
    </dgm:pt>
    <dgm:pt modelId="{B828D57D-E887-4157-AB5D-C6E206B87E0C}" type="pres">
      <dgm:prSet presAssocID="{A6028B69-C10F-4B51-B4C3-B7EE9A267206}" presName="sibTrans" presStyleLbl="sibTrans2D1" presStyleIdx="3" presStyleCnt="5"/>
      <dgm:spPr/>
    </dgm:pt>
    <dgm:pt modelId="{948B8D23-7BA7-45EF-B43C-EC7F6A59C87E}" type="pres">
      <dgm:prSet presAssocID="{A6028B69-C10F-4B51-B4C3-B7EE9A267206}" presName="connectorText" presStyleLbl="sibTrans2D1" presStyleIdx="3" presStyleCnt="5"/>
      <dgm:spPr/>
    </dgm:pt>
    <dgm:pt modelId="{F239663F-D750-402E-BE24-43C2F55B043C}" type="pres">
      <dgm:prSet presAssocID="{CAAEA953-D59E-4412-A415-4296616C7E5E}" presName="node" presStyleLbl="node1" presStyleIdx="4" presStyleCnt="6">
        <dgm:presLayoutVars>
          <dgm:bulletEnabled val="1"/>
        </dgm:presLayoutVars>
      </dgm:prSet>
      <dgm:spPr/>
    </dgm:pt>
    <dgm:pt modelId="{1181609B-8FBE-416A-A346-6E3448FDE3FE}" type="pres">
      <dgm:prSet presAssocID="{5AFD50BB-8B4D-48E9-862B-46EED9621C40}" presName="sibTrans" presStyleLbl="sibTrans2D1" presStyleIdx="4" presStyleCnt="5"/>
      <dgm:spPr/>
    </dgm:pt>
    <dgm:pt modelId="{D2B6543B-6AD5-4278-99E4-87E58F69C67E}" type="pres">
      <dgm:prSet presAssocID="{5AFD50BB-8B4D-48E9-862B-46EED9621C40}" presName="connectorText" presStyleLbl="sibTrans2D1" presStyleIdx="4" presStyleCnt="5"/>
      <dgm:spPr/>
    </dgm:pt>
    <dgm:pt modelId="{9A01FD85-BA05-43FC-9860-165E6A7B029C}" type="pres">
      <dgm:prSet presAssocID="{1F6AF51F-BDB5-4F52-8273-54C372A2DC75}" presName="node" presStyleLbl="node1" presStyleIdx="5" presStyleCnt="6">
        <dgm:presLayoutVars>
          <dgm:bulletEnabled val="1"/>
        </dgm:presLayoutVars>
      </dgm:prSet>
      <dgm:spPr/>
    </dgm:pt>
  </dgm:ptLst>
  <dgm:cxnLst>
    <dgm:cxn modelId="{2FFDA305-614D-4542-B3F0-024BC6759F11}" srcId="{8EDC95EB-089E-4FCC-9A7B-2AEC6672B3A8}" destId="{89DCB258-197F-499B-AE1F-9C1065D12BF0}" srcOrd="0" destOrd="0" parTransId="{72F44DFD-48E9-4E79-9E9B-C32DF8B5C141}" sibTransId="{00C41D78-DEFD-4A11-B113-D333955A6377}"/>
    <dgm:cxn modelId="{CD3E261A-12FB-4FED-AC27-9337EE466E35}" type="presOf" srcId="{63B97D93-E554-408B-B865-A752942BC2D2}" destId="{8DB0ACFA-13DC-4673-B771-43EFDD2EA6D4}" srcOrd="0" destOrd="0" presId="urn:microsoft.com/office/officeart/2005/8/layout/process1"/>
    <dgm:cxn modelId="{33280320-D0DA-4BA0-A2B2-4ADA3C476CF6}" srcId="{8EDC95EB-089E-4FCC-9A7B-2AEC6672B3A8}" destId="{68E1E81A-ACB3-462D-A340-4E00ACADAADE}" srcOrd="1" destOrd="0" parTransId="{3E61F3DD-95A7-4D10-AAFE-11D500F249AC}" sibTransId="{54520659-493D-46F6-B5D0-37575FC87606}"/>
    <dgm:cxn modelId="{162BE12B-6C4D-4D38-A13E-838104FBE4DE}" type="presOf" srcId="{5AFD50BB-8B4D-48E9-862B-46EED9621C40}" destId="{D2B6543B-6AD5-4278-99E4-87E58F69C67E}" srcOrd="1" destOrd="0" presId="urn:microsoft.com/office/officeart/2005/8/layout/process1"/>
    <dgm:cxn modelId="{4CD8782F-CE32-44E7-A868-6D89EBE3CBB6}" type="presOf" srcId="{A6028B69-C10F-4B51-B4C3-B7EE9A267206}" destId="{B828D57D-E887-4157-AB5D-C6E206B87E0C}" srcOrd="0" destOrd="0" presId="urn:microsoft.com/office/officeart/2005/8/layout/process1"/>
    <dgm:cxn modelId="{1847C13D-A631-43AA-B71C-CB50C87D1761}" type="presOf" srcId="{89DCB258-197F-499B-AE1F-9C1065D12BF0}" destId="{C587CD05-A919-47BA-A80E-06B17B4DEBC4}" srcOrd="0" destOrd="0" presId="urn:microsoft.com/office/officeart/2005/8/layout/process1"/>
    <dgm:cxn modelId="{360D9447-A6DA-43E1-B2FC-C1A0ED82C060}" type="presOf" srcId="{A6028B69-C10F-4B51-B4C3-B7EE9A267206}" destId="{948B8D23-7BA7-45EF-B43C-EC7F6A59C87E}" srcOrd="1" destOrd="0" presId="urn:microsoft.com/office/officeart/2005/8/layout/process1"/>
    <dgm:cxn modelId="{D0B91F6B-703F-42EF-9AF1-FB92562C4D38}" srcId="{8EDC95EB-089E-4FCC-9A7B-2AEC6672B3A8}" destId="{CAAEA953-D59E-4412-A415-4296616C7E5E}" srcOrd="4" destOrd="0" parTransId="{6DE069A8-23DE-43DD-9C0F-D4337A04AC91}" sibTransId="{5AFD50BB-8B4D-48E9-862B-46EED9621C40}"/>
    <dgm:cxn modelId="{E49D9A6E-6284-4FB0-9EFC-34A65DB5125F}" type="presOf" srcId="{5E078194-AACF-4458-9A3E-B3C175629B08}" destId="{ED9B7062-84BB-4FE1-BC74-951880287B74}" srcOrd="0" destOrd="0" presId="urn:microsoft.com/office/officeart/2005/8/layout/process1"/>
    <dgm:cxn modelId="{C5618C71-78D1-4AC7-BF0E-1D1DB2EC688F}" srcId="{8EDC95EB-089E-4FCC-9A7B-2AEC6672B3A8}" destId="{1F6AF51F-BDB5-4F52-8273-54C372A2DC75}" srcOrd="5" destOrd="0" parTransId="{16FDCBF2-44AE-4CBA-A3A1-D7A6F74BD71D}" sibTransId="{E491F74F-97E7-4BC8-8DCC-B5A3C718E43F}"/>
    <dgm:cxn modelId="{1306DA53-D856-46B4-9253-E48BD1F25CBA}" type="presOf" srcId="{5E078194-AACF-4458-9A3E-B3C175629B08}" destId="{145B9007-C9F1-4F92-8B34-1CAEF7F2303F}" srcOrd="1" destOrd="0" presId="urn:microsoft.com/office/officeart/2005/8/layout/process1"/>
    <dgm:cxn modelId="{0502D557-C182-4DD3-8431-4A38E13A0011}" type="presOf" srcId="{00C41D78-DEFD-4A11-B113-D333955A6377}" destId="{AB20460D-DA26-4E2E-A139-D028CCAF55AD}" srcOrd="0" destOrd="0" presId="urn:microsoft.com/office/officeart/2005/8/layout/process1"/>
    <dgm:cxn modelId="{EBAC1491-0CAD-41DD-A711-FBAD52DA7E2F}" type="presOf" srcId="{54520659-493D-46F6-B5D0-37575FC87606}" destId="{ABA857AF-AB5D-4E4B-821C-A807AA71E87C}" srcOrd="0" destOrd="0" presId="urn:microsoft.com/office/officeart/2005/8/layout/process1"/>
    <dgm:cxn modelId="{4D3D259B-12FA-40DC-898D-BE485397737F}" type="presOf" srcId="{5AFD50BB-8B4D-48E9-862B-46EED9621C40}" destId="{1181609B-8FBE-416A-A346-6E3448FDE3FE}" srcOrd="0" destOrd="0" presId="urn:microsoft.com/office/officeart/2005/8/layout/process1"/>
    <dgm:cxn modelId="{0C0ADAA6-080B-42C9-91A1-B7F10914EFEA}" srcId="{8EDC95EB-089E-4FCC-9A7B-2AEC6672B3A8}" destId="{DBB0C80E-BE46-4450-BFF0-0CF5631299C1}" srcOrd="2" destOrd="0" parTransId="{A1D8B06E-7FA7-4DC5-95B6-F26B1BACE6BE}" sibTransId="{5E078194-AACF-4458-9A3E-B3C175629B08}"/>
    <dgm:cxn modelId="{F15903C7-5FE9-4115-9A49-080E36D82735}" type="presOf" srcId="{54520659-493D-46F6-B5D0-37575FC87606}" destId="{FA53CB42-0BD3-4139-8806-F0F9973B4C37}" srcOrd="1" destOrd="0" presId="urn:microsoft.com/office/officeart/2005/8/layout/process1"/>
    <dgm:cxn modelId="{4FA56DC7-6EDA-4761-9D45-9FD2E709DC03}" type="presOf" srcId="{8EDC95EB-089E-4FCC-9A7B-2AEC6672B3A8}" destId="{E65C3B0F-1223-4D3C-9102-2DC08EA094F4}" srcOrd="0" destOrd="0" presId="urn:microsoft.com/office/officeart/2005/8/layout/process1"/>
    <dgm:cxn modelId="{2B516ACA-463F-4CA0-9AEB-C13AD9A516DB}" type="presOf" srcId="{DBB0C80E-BE46-4450-BFF0-0CF5631299C1}" destId="{86C01AF0-93E8-4ADC-83AC-41A373352250}" srcOrd="0" destOrd="0" presId="urn:microsoft.com/office/officeart/2005/8/layout/process1"/>
    <dgm:cxn modelId="{1ABC8DE0-C91B-477F-8381-3C78FBB27245}" srcId="{8EDC95EB-089E-4FCC-9A7B-2AEC6672B3A8}" destId="{63B97D93-E554-408B-B865-A752942BC2D2}" srcOrd="3" destOrd="0" parTransId="{D26B493A-9F14-4F10-AC21-A8196846449D}" sibTransId="{A6028B69-C10F-4B51-B4C3-B7EE9A267206}"/>
    <dgm:cxn modelId="{190CEDE1-3354-4C47-9A8E-7705074E941F}" type="presOf" srcId="{CAAEA953-D59E-4412-A415-4296616C7E5E}" destId="{F239663F-D750-402E-BE24-43C2F55B043C}" srcOrd="0" destOrd="0" presId="urn:microsoft.com/office/officeart/2005/8/layout/process1"/>
    <dgm:cxn modelId="{8C09A8E2-0CA9-4C8E-AA56-5E92F333014F}" type="presOf" srcId="{68E1E81A-ACB3-462D-A340-4E00ACADAADE}" destId="{E6CA2E7F-C476-4DC0-ABC5-F86E1BF8444C}" srcOrd="0" destOrd="0" presId="urn:microsoft.com/office/officeart/2005/8/layout/process1"/>
    <dgm:cxn modelId="{EE90B7ED-1D11-410C-ACAD-951B90194D32}" type="presOf" srcId="{1F6AF51F-BDB5-4F52-8273-54C372A2DC75}" destId="{9A01FD85-BA05-43FC-9860-165E6A7B029C}" srcOrd="0" destOrd="0" presId="urn:microsoft.com/office/officeart/2005/8/layout/process1"/>
    <dgm:cxn modelId="{3F1E44F3-BF5A-4C4A-84C2-978F8E77A6B8}" type="presOf" srcId="{00C41D78-DEFD-4A11-B113-D333955A6377}" destId="{ACA0832C-2C86-430C-8F52-5FCD97E41BEE}" srcOrd="1" destOrd="0" presId="urn:microsoft.com/office/officeart/2005/8/layout/process1"/>
    <dgm:cxn modelId="{330F7D08-68CA-48DB-8816-85841F0EB4D7}" type="presParOf" srcId="{E65C3B0F-1223-4D3C-9102-2DC08EA094F4}" destId="{C587CD05-A919-47BA-A80E-06B17B4DEBC4}" srcOrd="0" destOrd="0" presId="urn:microsoft.com/office/officeart/2005/8/layout/process1"/>
    <dgm:cxn modelId="{B59F3852-CF73-4CB0-A427-DC88BFA0C576}" type="presParOf" srcId="{E65C3B0F-1223-4D3C-9102-2DC08EA094F4}" destId="{AB20460D-DA26-4E2E-A139-D028CCAF55AD}" srcOrd="1" destOrd="0" presId="urn:microsoft.com/office/officeart/2005/8/layout/process1"/>
    <dgm:cxn modelId="{16D3BF6D-C268-4DEF-BF85-9172973B9AD3}" type="presParOf" srcId="{AB20460D-DA26-4E2E-A139-D028CCAF55AD}" destId="{ACA0832C-2C86-430C-8F52-5FCD97E41BEE}" srcOrd="0" destOrd="0" presId="urn:microsoft.com/office/officeart/2005/8/layout/process1"/>
    <dgm:cxn modelId="{20D9A54B-CC16-484F-A4B0-CFDF61E780B8}" type="presParOf" srcId="{E65C3B0F-1223-4D3C-9102-2DC08EA094F4}" destId="{E6CA2E7F-C476-4DC0-ABC5-F86E1BF8444C}" srcOrd="2" destOrd="0" presId="urn:microsoft.com/office/officeart/2005/8/layout/process1"/>
    <dgm:cxn modelId="{CF13F577-4C63-4A61-B8E0-20C9CBE6F204}" type="presParOf" srcId="{E65C3B0F-1223-4D3C-9102-2DC08EA094F4}" destId="{ABA857AF-AB5D-4E4B-821C-A807AA71E87C}" srcOrd="3" destOrd="0" presId="urn:microsoft.com/office/officeart/2005/8/layout/process1"/>
    <dgm:cxn modelId="{3F72EADA-4549-4407-83E5-76CE87CCC655}" type="presParOf" srcId="{ABA857AF-AB5D-4E4B-821C-A807AA71E87C}" destId="{FA53CB42-0BD3-4139-8806-F0F9973B4C37}" srcOrd="0" destOrd="0" presId="urn:microsoft.com/office/officeart/2005/8/layout/process1"/>
    <dgm:cxn modelId="{C574D5D7-693B-45CE-B7F4-F85FB5E4661E}" type="presParOf" srcId="{E65C3B0F-1223-4D3C-9102-2DC08EA094F4}" destId="{86C01AF0-93E8-4ADC-83AC-41A373352250}" srcOrd="4" destOrd="0" presId="urn:microsoft.com/office/officeart/2005/8/layout/process1"/>
    <dgm:cxn modelId="{0ACC53B6-4E2F-4FE5-B183-483A2C41C017}" type="presParOf" srcId="{E65C3B0F-1223-4D3C-9102-2DC08EA094F4}" destId="{ED9B7062-84BB-4FE1-BC74-951880287B74}" srcOrd="5" destOrd="0" presId="urn:microsoft.com/office/officeart/2005/8/layout/process1"/>
    <dgm:cxn modelId="{B3FA1DE6-9D19-4843-8F79-A1759D95676A}" type="presParOf" srcId="{ED9B7062-84BB-4FE1-BC74-951880287B74}" destId="{145B9007-C9F1-4F92-8B34-1CAEF7F2303F}" srcOrd="0" destOrd="0" presId="urn:microsoft.com/office/officeart/2005/8/layout/process1"/>
    <dgm:cxn modelId="{B6F6D23E-0F96-4868-A5C4-1E9045A1C07B}" type="presParOf" srcId="{E65C3B0F-1223-4D3C-9102-2DC08EA094F4}" destId="{8DB0ACFA-13DC-4673-B771-43EFDD2EA6D4}" srcOrd="6" destOrd="0" presId="urn:microsoft.com/office/officeart/2005/8/layout/process1"/>
    <dgm:cxn modelId="{E9116633-C45C-42A6-94DF-13A404BF2952}" type="presParOf" srcId="{E65C3B0F-1223-4D3C-9102-2DC08EA094F4}" destId="{B828D57D-E887-4157-AB5D-C6E206B87E0C}" srcOrd="7" destOrd="0" presId="urn:microsoft.com/office/officeart/2005/8/layout/process1"/>
    <dgm:cxn modelId="{1F451186-78A5-42E6-9783-BE23F52B0D43}" type="presParOf" srcId="{B828D57D-E887-4157-AB5D-C6E206B87E0C}" destId="{948B8D23-7BA7-45EF-B43C-EC7F6A59C87E}" srcOrd="0" destOrd="0" presId="urn:microsoft.com/office/officeart/2005/8/layout/process1"/>
    <dgm:cxn modelId="{FEB9C3DA-B076-467B-B382-170CD476D3C0}" type="presParOf" srcId="{E65C3B0F-1223-4D3C-9102-2DC08EA094F4}" destId="{F239663F-D750-402E-BE24-43C2F55B043C}" srcOrd="8" destOrd="0" presId="urn:microsoft.com/office/officeart/2005/8/layout/process1"/>
    <dgm:cxn modelId="{84F9DD34-8BCE-41D7-B144-B20B98DE9446}" type="presParOf" srcId="{E65C3B0F-1223-4D3C-9102-2DC08EA094F4}" destId="{1181609B-8FBE-416A-A346-6E3448FDE3FE}" srcOrd="9" destOrd="0" presId="urn:microsoft.com/office/officeart/2005/8/layout/process1"/>
    <dgm:cxn modelId="{7660FAD8-71EC-4EB1-B69D-E1D27DB4B4E6}" type="presParOf" srcId="{1181609B-8FBE-416A-A346-6E3448FDE3FE}" destId="{D2B6543B-6AD5-4278-99E4-87E58F69C67E}" srcOrd="0" destOrd="0" presId="urn:microsoft.com/office/officeart/2005/8/layout/process1"/>
    <dgm:cxn modelId="{E957CF53-3C6D-46A0-88C9-BEFD569DD346}" type="presParOf" srcId="{E65C3B0F-1223-4D3C-9102-2DC08EA094F4}" destId="{9A01FD85-BA05-43FC-9860-165E6A7B029C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EDC95EB-089E-4FCC-9A7B-2AEC6672B3A8}" type="doc">
      <dgm:prSet loTypeId="urn:microsoft.com/office/officeart/2005/8/layout/process1" loCatId="process" qsTypeId="urn:microsoft.com/office/officeart/2005/8/quickstyle/simple3" qsCatId="simple" csTypeId="urn:microsoft.com/office/officeart/2005/8/colors/accent5_2" csCatId="accent5" phldr="1"/>
      <dgm:spPr/>
      <dgm:t>
        <a:bodyPr/>
        <a:lstStyle/>
        <a:p>
          <a:endParaRPr lang="en-MY"/>
        </a:p>
      </dgm:t>
    </dgm:pt>
    <dgm:pt modelId="{89DCB258-197F-499B-AE1F-9C1065D12BF0}">
      <dgm:prSet phldrT="[Text]" phldr="0"/>
      <dgm:spPr/>
      <dgm:t>
        <a:bodyPr/>
        <a:lstStyle/>
        <a:p>
          <a:r>
            <a:rPr lang="en-US"/>
            <a:t>Enquiry</a:t>
          </a:r>
          <a:endParaRPr lang="en-MY" dirty="0"/>
        </a:p>
      </dgm:t>
    </dgm:pt>
    <dgm:pt modelId="{72F44DFD-48E9-4E79-9E9B-C32DF8B5C141}" type="parTrans" cxnId="{2FFDA305-614D-4542-B3F0-024BC6759F11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00C41D78-DEFD-4A11-B113-D333955A6377}" type="sibTrans" cxnId="{2FFDA305-614D-4542-B3F0-024BC6759F11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68E1E81A-ACB3-462D-A340-4E00ACADAADE}">
      <dgm:prSet phldrT="[Text]" phldr="0"/>
      <dgm:spPr/>
      <dgm:t>
        <a:bodyPr/>
        <a:lstStyle/>
        <a:p>
          <a:r>
            <a:rPr lang="en-US"/>
            <a:t>Project start</a:t>
          </a:r>
          <a:endParaRPr lang="en-MY" dirty="0"/>
        </a:p>
      </dgm:t>
    </dgm:pt>
    <dgm:pt modelId="{3E61F3DD-95A7-4D10-AAFE-11D500F249AC}" type="parTrans" cxnId="{33280320-D0DA-4BA0-A2B2-4ADA3C476CF6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54520659-493D-46F6-B5D0-37575FC87606}" type="sibTrans" cxnId="{33280320-D0DA-4BA0-A2B2-4ADA3C476CF6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DBB0C80E-BE46-4450-BFF0-0CF5631299C1}">
      <dgm:prSet phldrT="[Text]" phldr="0"/>
      <dgm:spPr/>
      <dgm:t>
        <a:bodyPr/>
        <a:lstStyle/>
        <a:p>
          <a:r>
            <a:rPr lang="en-US"/>
            <a:t>Pilot mould fabrication</a:t>
          </a:r>
          <a:endParaRPr lang="en-MY" dirty="0"/>
        </a:p>
      </dgm:t>
    </dgm:pt>
    <dgm:pt modelId="{A1D8B06E-7FA7-4DC5-95B6-F26B1BACE6BE}" type="parTrans" cxnId="{0C0ADAA6-080B-42C9-91A1-B7F10914EFEA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5E078194-AACF-4458-9A3E-B3C175629B08}" type="sibTrans" cxnId="{0C0ADAA6-080B-42C9-91A1-B7F10914EFEA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63B97D93-E554-408B-B865-A752942BC2D2}">
      <dgm:prSet phldrT="[Text]" phldr="0"/>
      <dgm:spPr/>
      <dgm:t>
        <a:bodyPr/>
        <a:lstStyle/>
        <a:p>
          <a:r>
            <a:rPr lang="en-US"/>
            <a:t>New machine purchase</a:t>
          </a:r>
          <a:endParaRPr lang="en-MY" dirty="0"/>
        </a:p>
      </dgm:t>
    </dgm:pt>
    <dgm:pt modelId="{D26B493A-9F14-4F10-AC21-A8196846449D}" type="parTrans" cxnId="{1ABC8DE0-C91B-477F-8381-3C78FBB27245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A6028B69-C10F-4B51-B4C3-B7EE9A267206}" type="sibTrans" cxnId="{1ABC8DE0-C91B-477F-8381-3C78FBB27245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CAAEA953-D59E-4412-A415-4296616C7E5E}">
      <dgm:prSet phldrT="[Text]" phldr="0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sz="1400" b="1" dirty="0"/>
            <a:t>Product </a:t>
          </a:r>
          <a:r>
            <a:rPr lang="en-US" sz="1400" b="1" dirty="0" err="1"/>
            <a:t>mould</a:t>
          </a:r>
          <a:r>
            <a:rPr lang="en-US" sz="1400" b="1" dirty="0"/>
            <a:t> fabrication</a:t>
          </a:r>
          <a:endParaRPr lang="en-MY" sz="1400" b="1" dirty="0"/>
        </a:p>
      </dgm:t>
    </dgm:pt>
    <dgm:pt modelId="{6DE069A8-23DE-43DD-9C0F-D4337A04AC91}" type="parTrans" cxnId="{D0B91F6B-703F-42EF-9AF1-FB92562C4D38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5AFD50BB-8B4D-48E9-862B-46EED9621C40}" type="sibTrans" cxnId="{D0B91F6B-703F-42EF-9AF1-FB92562C4D38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1F6AF51F-BDB5-4F52-8273-54C372A2DC75}">
      <dgm:prSet phldrT="[Text]" phldr="0"/>
      <dgm:spPr/>
      <dgm:t>
        <a:bodyPr/>
        <a:lstStyle/>
        <a:p>
          <a:r>
            <a:rPr lang="en-US"/>
            <a:t>Trial Run at JJ</a:t>
          </a:r>
          <a:endParaRPr lang="en-MY" dirty="0"/>
        </a:p>
      </dgm:t>
    </dgm:pt>
    <dgm:pt modelId="{16FDCBF2-44AE-4CBA-A3A1-D7A6F74BD71D}" type="parTrans" cxnId="{C5618C71-78D1-4AC7-BF0E-1D1DB2EC688F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E491F74F-97E7-4BC8-8DCC-B5A3C718E43F}" type="sibTrans" cxnId="{C5618C71-78D1-4AC7-BF0E-1D1DB2EC688F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E65C3B0F-1223-4D3C-9102-2DC08EA094F4}" type="pres">
      <dgm:prSet presAssocID="{8EDC95EB-089E-4FCC-9A7B-2AEC6672B3A8}" presName="Name0" presStyleCnt="0">
        <dgm:presLayoutVars>
          <dgm:dir/>
          <dgm:resizeHandles val="exact"/>
        </dgm:presLayoutVars>
      </dgm:prSet>
      <dgm:spPr/>
    </dgm:pt>
    <dgm:pt modelId="{C587CD05-A919-47BA-A80E-06B17B4DEBC4}" type="pres">
      <dgm:prSet presAssocID="{89DCB258-197F-499B-AE1F-9C1065D12BF0}" presName="node" presStyleLbl="node1" presStyleIdx="0" presStyleCnt="6">
        <dgm:presLayoutVars>
          <dgm:bulletEnabled val="1"/>
        </dgm:presLayoutVars>
      </dgm:prSet>
      <dgm:spPr/>
    </dgm:pt>
    <dgm:pt modelId="{AB20460D-DA26-4E2E-A139-D028CCAF55AD}" type="pres">
      <dgm:prSet presAssocID="{00C41D78-DEFD-4A11-B113-D333955A6377}" presName="sibTrans" presStyleLbl="sibTrans2D1" presStyleIdx="0" presStyleCnt="5"/>
      <dgm:spPr/>
    </dgm:pt>
    <dgm:pt modelId="{ACA0832C-2C86-430C-8F52-5FCD97E41BEE}" type="pres">
      <dgm:prSet presAssocID="{00C41D78-DEFD-4A11-B113-D333955A6377}" presName="connectorText" presStyleLbl="sibTrans2D1" presStyleIdx="0" presStyleCnt="5"/>
      <dgm:spPr/>
    </dgm:pt>
    <dgm:pt modelId="{E6CA2E7F-C476-4DC0-ABC5-F86E1BF8444C}" type="pres">
      <dgm:prSet presAssocID="{68E1E81A-ACB3-462D-A340-4E00ACADAADE}" presName="node" presStyleLbl="node1" presStyleIdx="1" presStyleCnt="6">
        <dgm:presLayoutVars>
          <dgm:bulletEnabled val="1"/>
        </dgm:presLayoutVars>
      </dgm:prSet>
      <dgm:spPr/>
    </dgm:pt>
    <dgm:pt modelId="{ABA857AF-AB5D-4E4B-821C-A807AA71E87C}" type="pres">
      <dgm:prSet presAssocID="{54520659-493D-46F6-B5D0-37575FC87606}" presName="sibTrans" presStyleLbl="sibTrans2D1" presStyleIdx="1" presStyleCnt="5"/>
      <dgm:spPr/>
    </dgm:pt>
    <dgm:pt modelId="{FA53CB42-0BD3-4139-8806-F0F9973B4C37}" type="pres">
      <dgm:prSet presAssocID="{54520659-493D-46F6-B5D0-37575FC87606}" presName="connectorText" presStyleLbl="sibTrans2D1" presStyleIdx="1" presStyleCnt="5"/>
      <dgm:spPr/>
    </dgm:pt>
    <dgm:pt modelId="{86C01AF0-93E8-4ADC-83AC-41A373352250}" type="pres">
      <dgm:prSet presAssocID="{DBB0C80E-BE46-4450-BFF0-0CF5631299C1}" presName="node" presStyleLbl="node1" presStyleIdx="2" presStyleCnt="6">
        <dgm:presLayoutVars>
          <dgm:bulletEnabled val="1"/>
        </dgm:presLayoutVars>
      </dgm:prSet>
      <dgm:spPr/>
    </dgm:pt>
    <dgm:pt modelId="{ED9B7062-84BB-4FE1-BC74-951880287B74}" type="pres">
      <dgm:prSet presAssocID="{5E078194-AACF-4458-9A3E-B3C175629B08}" presName="sibTrans" presStyleLbl="sibTrans2D1" presStyleIdx="2" presStyleCnt="5"/>
      <dgm:spPr/>
    </dgm:pt>
    <dgm:pt modelId="{145B9007-C9F1-4F92-8B34-1CAEF7F2303F}" type="pres">
      <dgm:prSet presAssocID="{5E078194-AACF-4458-9A3E-B3C175629B08}" presName="connectorText" presStyleLbl="sibTrans2D1" presStyleIdx="2" presStyleCnt="5"/>
      <dgm:spPr/>
    </dgm:pt>
    <dgm:pt modelId="{8DB0ACFA-13DC-4673-B771-43EFDD2EA6D4}" type="pres">
      <dgm:prSet presAssocID="{63B97D93-E554-408B-B865-A752942BC2D2}" presName="node" presStyleLbl="node1" presStyleIdx="3" presStyleCnt="6">
        <dgm:presLayoutVars>
          <dgm:bulletEnabled val="1"/>
        </dgm:presLayoutVars>
      </dgm:prSet>
      <dgm:spPr/>
    </dgm:pt>
    <dgm:pt modelId="{B828D57D-E887-4157-AB5D-C6E206B87E0C}" type="pres">
      <dgm:prSet presAssocID="{A6028B69-C10F-4B51-B4C3-B7EE9A267206}" presName="sibTrans" presStyleLbl="sibTrans2D1" presStyleIdx="3" presStyleCnt="5"/>
      <dgm:spPr/>
    </dgm:pt>
    <dgm:pt modelId="{948B8D23-7BA7-45EF-B43C-EC7F6A59C87E}" type="pres">
      <dgm:prSet presAssocID="{A6028B69-C10F-4B51-B4C3-B7EE9A267206}" presName="connectorText" presStyleLbl="sibTrans2D1" presStyleIdx="3" presStyleCnt="5"/>
      <dgm:spPr/>
    </dgm:pt>
    <dgm:pt modelId="{F239663F-D750-402E-BE24-43C2F55B043C}" type="pres">
      <dgm:prSet presAssocID="{CAAEA953-D59E-4412-A415-4296616C7E5E}" presName="node" presStyleLbl="node1" presStyleIdx="4" presStyleCnt="6">
        <dgm:presLayoutVars>
          <dgm:bulletEnabled val="1"/>
        </dgm:presLayoutVars>
      </dgm:prSet>
      <dgm:spPr/>
    </dgm:pt>
    <dgm:pt modelId="{1181609B-8FBE-416A-A346-6E3448FDE3FE}" type="pres">
      <dgm:prSet presAssocID="{5AFD50BB-8B4D-48E9-862B-46EED9621C40}" presName="sibTrans" presStyleLbl="sibTrans2D1" presStyleIdx="4" presStyleCnt="5"/>
      <dgm:spPr/>
    </dgm:pt>
    <dgm:pt modelId="{D2B6543B-6AD5-4278-99E4-87E58F69C67E}" type="pres">
      <dgm:prSet presAssocID="{5AFD50BB-8B4D-48E9-862B-46EED9621C40}" presName="connectorText" presStyleLbl="sibTrans2D1" presStyleIdx="4" presStyleCnt="5"/>
      <dgm:spPr/>
    </dgm:pt>
    <dgm:pt modelId="{9A01FD85-BA05-43FC-9860-165E6A7B029C}" type="pres">
      <dgm:prSet presAssocID="{1F6AF51F-BDB5-4F52-8273-54C372A2DC75}" presName="node" presStyleLbl="node1" presStyleIdx="5" presStyleCnt="6">
        <dgm:presLayoutVars>
          <dgm:bulletEnabled val="1"/>
        </dgm:presLayoutVars>
      </dgm:prSet>
      <dgm:spPr/>
    </dgm:pt>
  </dgm:ptLst>
  <dgm:cxnLst>
    <dgm:cxn modelId="{2FFDA305-614D-4542-B3F0-024BC6759F11}" srcId="{8EDC95EB-089E-4FCC-9A7B-2AEC6672B3A8}" destId="{89DCB258-197F-499B-AE1F-9C1065D12BF0}" srcOrd="0" destOrd="0" parTransId="{72F44DFD-48E9-4E79-9E9B-C32DF8B5C141}" sibTransId="{00C41D78-DEFD-4A11-B113-D333955A6377}"/>
    <dgm:cxn modelId="{CD3E261A-12FB-4FED-AC27-9337EE466E35}" type="presOf" srcId="{63B97D93-E554-408B-B865-A752942BC2D2}" destId="{8DB0ACFA-13DC-4673-B771-43EFDD2EA6D4}" srcOrd="0" destOrd="0" presId="urn:microsoft.com/office/officeart/2005/8/layout/process1"/>
    <dgm:cxn modelId="{33280320-D0DA-4BA0-A2B2-4ADA3C476CF6}" srcId="{8EDC95EB-089E-4FCC-9A7B-2AEC6672B3A8}" destId="{68E1E81A-ACB3-462D-A340-4E00ACADAADE}" srcOrd="1" destOrd="0" parTransId="{3E61F3DD-95A7-4D10-AAFE-11D500F249AC}" sibTransId="{54520659-493D-46F6-B5D0-37575FC87606}"/>
    <dgm:cxn modelId="{162BE12B-6C4D-4D38-A13E-838104FBE4DE}" type="presOf" srcId="{5AFD50BB-8B4D-48E9-862B-46EED9621C40}" destId="{D2B6543B-6AD5-4278-99E4-87E58F69C67E}" srcOrd="1" destOrd="0" presId="urn:microsoft.com/office/officeart/2005/8/layout/process1"/>
    <dgm:cxn modelId="{4CD8782F-CE32-44E7-A868-6D89EBE3CBB6}" type="presOf" srcId="{A6028B69-C10F-4B51-B4C3-B7EE9A267206}" destId="{B828D57D-E887-4157-AB5D-C6E206B87E0C}" srcOrd="0" destOrd="0" presId="urn:microsoft.com/office/officeart/2005/8/layout/process1"/>
    <dgm:cxn modelId="{1847C13D-A631-43AA-B71C-CB50C87D1761}" type="presOf" srcId="{89DCB258-197F-499B-AE1F-9C1065D12BF0}" destId="{C587CD05-A919-47BA-A80E-06B17B4DEBC4}" srcOrd="0" destOrd="0" presId="urn:microsoft.com/office/officeart/2005/8/layout/process1"/>
    <dgm:cxn modelId="{360D9447-A6DA-43E1-B2FC-C1A0ED82C060}" type="presOf" srcId="{A6028B69-C10F-4B51-B4C3-B7EE9A267206}" destId="{948B8D23-7BA7-45EF-B43C-EC7F6A59C87E}" srcOrd="1" destOrd="0" presId="urn:microsoft.com/office/officeart/2005/8/layout/process1"/>
    <dgm:cxn modelId="{D0B91F6B-703F-42EF-9AF1-FB92562C4D38}" srcId="{8EDC95EB-089E-4FCC-9A7B-2AEC6672B3A8}" destId="{CAAEA953-D59E-4412-A415-4296616C7E5E}" srcOrd="4" destOrd="0" parTransId="{6DE069A8-23DE-43DD-9C0F-D4337A04AC91}" sibTransId="{5AFD50BB-8B4D-48E9-862B-46EED9621C40}"/>
    <dgm:cxn modelId="{E49D9A6E-6284-4FB0-9EFC-34A65DB5125F}" type="presOf" srcId="{5E078194-AACF-4458-9A3E-B3C175629B08}" destId="{ED9B7062-84BB-4FE1-BC74-951880287B74}" srcOrd="0" destOrd="0" presId="urn:microsoft.com/office/officeart/2005/8/layout/process1"/>
    <dgm:cxn modelId="{C5618C71-78D1-4AC7-BF0E-1D1DB2EC688F}" srcId="{8EDC95EB-089E-4FCC-9A7B-2AEC6672B3A8}" destId="{1F6AF51F-BDB5-4F52-8273-54C372A2DC75}" srcOrd="5" destOrd="0" parTransId="{16FDCBF2-44AE-4CBA-A3A1-D7A6F74BD71D}" sibTransId="{E491F74F-97E7-4BC8-8DCC-B5A3C718E43F}"/>
    <dgm:cxn modelId="{1306DA53-D856-46B4-9253-E48BD1F25CBA}" type="presOf" srcId="{5E078194-AACF-4458-9A3E-B3C175629B08}" destId="{145B9007-C9F1-4F92-8B34-1CAEF7F2303F}" srcOrd="1" destOrd="0" presId="urn:microsoft.com/office/officeart/2005/8/layout/process1"/>
    <dgm:cxn modelId="{0502D557-C182-4DD3-8431-4A38E13A0011}" type="presOf" srcId="{00C41D78-DEFD-4A11-B113-D333955A6377}" destId="{AB20460D-DA26-4E2E-A139-D028CCAF55AD}" srcOrd="0" destOrd="0" presId="urn:microsoft.com/office/officeart/2005/8/layout/process1"/>
    <dgm:cxn modelId="{EBAC1491-0CAD-41DD-A711-FBAD52DA7E2F}" type="presOf" srcId="{54520659-493D-46F6-B5D0-37575FC87606}" destId="{ABA857AF-AB5D-4E4B-821C-A807AA71E87C}" srcOrd="0" destOrd="0" presId="urn:microsoft.com/office/officeart/2005/8/layout/process1"/>
    <dgm:cxn modelId="{4D3D259B-12FA-40DC-898D-BE485397737F}" type="presOf" srcId="{5AFD50BB-8B4D-48E9-862B-46EED9621C40}" destId="{1181609B-8FBE-416A-A346-6E3448FDE3FE}" srcOrd="0" destOrd="0" presId="urn:microsoft.com/office/officeart/2005/8/layout/process1"/>
    <dgm:cxn modelId="{0C0ADAA6-080B-42C9-91A1-B7F10914EFEA}" srcId="{8EDC95EB-089E-4FCC-9A7B-2AEC6672B3A8}" destId="{DBB0C80E-BE46-4450-BFF0-0CF5631299C1}" srcOrd="2" destOrd="0" parTransId="{A1D8B06E-7FA7-4DC5-95B6-F26B1BACE6BE}" sibTransId="{5E078194-AACF-4458-9A3E-B3C175629B08}"/>
    <dgm:cxn modelId="{F15903C7-5FE9-4115-9A49-080E36D82735}" type="presOf" srcId="{54520659-493D-46F6-B5D0-37575FC87606}" destId="{FA53CB42-0BD3-4139-8806-F0F9973B4C37}" srcOrd="1" destOrd="0" presId="urn:microsoft.com/office/officeart/2005/8/layout/process1"/>
    <dgm:cxn modelId="{4FA56DC7-6EDA-4761-9D45-9FD2E709DC03}" type="presOf" srcId="{8EDC95EB-089E-4FCC-9A7B-2AEC6672B3A8}" destId="{E65C3B0F-1223-4D3C-9102-2DC08EA094F4}" srcOrd="0" destOrd="0" presId="urn:microsoft.com/office/officeart/2005/8/layout/process1"/>
    <dgm:cxn modelId="{2B516ACA-463F-4CA0-9AEB-C13AD9A516DB}" type="presOf" srcId="{DBB0C80E-BE46-4450-BFF0-0CF5631299C1}" destId="{86C01AF0-93E8-4ADC-83AC-41A373352250}" srcOrd="0" destOrd="0" presId="urn:microsoft.com/office/officeart/2005/8/layout/process1"/>
    <dgm:cxn modelId="{1ABC8DE0-C91B-477F-8381-3C78FBB27245}" srcId="{8EDC95EB-089E-4FCC-9A7B-2AEC6672B3A8}" destId="{63B97D93-E554-408B-B865-A752942BC2D2}" srcOrd="3" destOrd="0" parTransId="{D26B493A-9F14-4F10-AC21-A8196846449D}" sibTransId="{A6028B69-C10F-4B51-B4C3-B7EE9A267206}"/>
    <dgm:cxn modelId="{190CEDE1-3354-4C47-9A8E-7705074E941F}" type="presOf" srcId="{CAAEA953-D59E-4412-A415-4296616C7E5E}" destId="{F239663F-D750-402E-BE24-43C2F55B043C}" srcOrd="0" destOrd="0" presId="urn:microsoft.com/office/officeart/2005/8/layout/process1"/>
    <dgm:cxn modelId="{8C09A8E2-0CA9-4C8E-AA56-5E92F333014F}" type="presOf" srcId="{68E1E81A-ACB3-462D-A340-4E00ACADAADE}" destId="{E6CA2E7F-C476-4DC0-ABC5-F86E1BF8444C}" srcOrd="0" destOrd="0" presId="urn:microsoft.com/office/officeart/2005/8/layout/process1"/>
    <dgm:cxn modelId="{EE90B7ED-1D11-410C-ACAD-951B90194D32}" type="presOf" srcId="{1F6AF51F-BDB5-4F52-8273-54C372A2DC75}" destId="{9A01FD85-BA05-43FC-9860-165E6A7B029C}" srcOrd="0" destOrd="0" presId="urn:microsoft.com/office/officeart/2005/8/layout/process1"/>
    <dgm:cxn modelId="{3F1E44F3-BF5A-4C4A-84C2-978F8E77A6B8}" type="presOf" srcId="{00C41D78-DEFD-4A11-B113-D333955A6377}" destId="{ACA0832C-2C86-430C-8F52-5FCD97E41BEE}" srcOrd="1" destOrd="0" presId="urn:microsoft.com/office/officeart/2005/8/layout/process1"/>
    <dgm:cxn modelId="{330F7D08-68CA-48DB-8816-85841F0EB4D7}" type="presParOf" srcId="{E65C3B0F-1223-4D3C-9102-2DC08EA094F4}" destId="{C587CD05-A919-47BA-A80E-06B17B4DEBC4}" srcOrd="0" destOrd="0" presId="urn:microsoft.com/office/officeart/2005/8/layout/process1"/>
    <dgm:cxn modelId="{B59F3852-CF73-4CB0-A427-DC88BFA0C576}" type="presParOf" srcId="{E65C3B0F-1223-4D3C-9102-2DC08EA094F4}" destId="{AB20460D-DA26-4E2E-A139-D028CCAF55AD}" srcOrd="1" destOrd="0" presId="urn:microsoft.com/office/officeart/2005/8/layout/process1"/>
    <dgm:cxn modelId="{16D3BF6D-C268-4DEF-BF85-9172973B9AD3}" type="presParOf" srcId="{AB20460D-DA26-4E2E-A139-D028CCAF55AD}" destId="{ACA0832C-2C86-430C-8F52-5FCD97E41BEE}" srcOrd="0" destOrd="0" presId="urn:microsoft.com/office/officeart/2005/8/layout/process1"/>
    <dgm:cxn modelId="{20D9A54B-CC16-484F-A4B0-CFDF61E780B8}" type="presParOf" srcId="{E65C3B0F-1223-4D3C-9102-2DC08EA094F4}" destId="{E6CA2E7F-C476-4DC0-ABC5-F86E1BF8444C}" srcOrd="2" destOrd="0" presId="urn:microsoft.com/office/officeart/2005/8/layout/process1"/>
    <dgm:cxn modelId="{CF13F577-4C63-4A61-B8E0-20C9CBE6F204}" type="presParOf" srcId="{E65C3B0F-1223-4D3C-9102-2DC08EA094F4}" destId="{ABA857AF-AB5D-4E4B-821C-A807AA71E87C}" srcOrd="3" destOrd="0" presId="urn:microsoft.com/office/officeart/2005/8/layout/process1"/>
    <dgm:cxn modelId="{3F72EADA-4549-4407-83E5-76CE87CCC655}" type="presParOf" srcId="{ABA857AF-AB5D-4E4B-821C-A807AA71E87C}" destId="{FA53CB42-0BD3-4139-8806-F0F9973B4C37}" srcOrd="0" destOrd="0" presId="urn:microsoft.com/office/officeart/2005/8/layout/process1"/>
    <dgm:cxn modelId="{C574D5D7-693B-45CE-B7F4-F85FB5E4661E}" type="presParOf" srcId="{E65C3B0F-1223-4D3C-9102-2DC08EA094F4}" destId="{86C01AF0-93E8-4ADC-83AC-41A373352250}" srcOrd="4" destOrd="0" presId="urn:microsoft.com/office/officeart/2005/8/layout/process1"/>
    <dgm:cxn modelId="{0ACC53B6-4E2F-4FE5-B183-483A2C41C017}" type="presParOf" srcId="{E65C3B0F-1223-4D3C-9102-2DC08EA094F4}" destId="{ED9B7062-84BB-4FE1-BC74-951880287B74}" srcOrd="5" destOrd="0" presId="urn:microsoft.com/office/officeart/2005/8/layout/process1"/>
    <dgm:cxn modelId="{B3FA1DE6-9D19-4843-8F79-A1759D95676A}" type="presParOf" srcId="{ED9B7062-84BB-4FE1-BC74-951880287B74}" destId="{145B9007-C9F1-4F92-8B34-1CAEF7F2303F}" srcOrd="0" destOrd="0" presId="urn:microsoft.com/office/officeart/2005/8/layout/process1"/>
    <dgm:cxn modelId="{B6F6D23E-0F96-4868-A5C4-1E9045A1C07B}" type="presParOf" srcId="{E65C3B0F-1223-4D3C-9102-2DC08EA094F4}" destId="{8DB0ACFA-13DC-4673-B771-43EFDD2EA6D4}" srcOrd="6" destOrd="0" presId="urn:microsoft.com/office/officeart/2005/8/layout/process1"/>
    <dgm:cxn modelId="{E9116633-C45C-42A6-94DF-13A404BF2952}" type="presParOf" srcId="{E65C3B0F-1223-4D3C-9102-2DC08EA094F4}" destId="{B828D57D-E887-4157-AB5D-C6E206B87E0C}" srcOrd="7" destOrd="0" presId="urn:microsoft.com/office/officeart/2005/8/layout/process1"/>
    <dgm:cxn modelId="{1F451186-78A5-42E6-9783-BE23F52B0D43}" type="presParOf" srcId="{B828D57D-E887-4157-AB5D-C6E206B87E0C}" destId="{948B8D23-7BA7-45EF-B43C-EC7F6A59C87E}" srcOrd="0" destOrd="0" presId="urn:microsoft.com/office/officeart/2005/8/layout/process1"/>
    <dgm:cxn modelId="{FEB9C3DA-B076-467B-B382-170CD476D3C0}" type="presParOf" srcId="{E65C3B0F-1223-4D3C-9102-2DC08EA094F4}" destId="{F239663F-D750-402E-BE24-43C2F55B043C}" srcOrd="8" destOrd="0" presId="urn:microsoft.com/office/officeart/2005/8/layout/process1"/>
    <dgm:cxn modelId="{84F9DD34-8BCE-41D7-B144-B20B98DE9446}" type="presParOf" srcId="{E65C3B0F-1223-4D3C-9102-2DC08EA094F4}" destId="{1181609B-8FBE-416A-A346-6E3448FDE3FE}" srcOrd="9" destOrd="0" presId="urn:microsoft.com/office/officeart/2005/8/layout/process1"/>
    <dgm:cxn modelId="{7660FAD8-71EC-4EB1-B69D-E1D27DB4B4E6}" type="presParOf" srcId="{1181609B-8FBE-416A-A346-6E3448FDE3FE}" destId="{D2B6543B-6AD5-4278-99E4-87E58F69C67E}" srcOrd="0" destOrd="0" presId="urn:microsoft.com/office/officeart/2005/8/layout/process1"/>
    <dgm:cxn modelId="{E957CF53-3C6D-46A0-88C9-BEFD569DD346}" type="presParOf" srcId="{E65C3B0F-1223-4D3C-9102-2DC08EA094F4}" destId="{9A01FD85-BA05-43FC-9860-165E6A7B029C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EDC95EB-089E-4FCC-9A7B-2AEC6672B3A8}" type="doc">
      <dgm:prSet loTypeId="urn:microsoft.com/office/officeart/2005/8/layout/process1" loCatId="process" qsTypeId="urn:microsoft.com/office/officeart/2005/8/quickstyle/simple3" qsCatId="simple" csTypeId="urn:microsoft.com/office/officeart/2005/8/colors/accent5_2" csCatId="accent5" phldr="1"/>
      <dgm:spPr/>
      <dgm:t>
        <a:bodyPr/>
        <a:lstStyle/>
        <a:p>
          <a:endParaRPr lang="en-MY"/>
        </a:p>
      </dgm:t>
    </dgm:pt>
    <dgm:pt modelId="{89DCB258-197F-499B-AE1F-9C1065D12BF0}">
      <dgm:prSet phldrT="[Text]" phldr="0"/>
      <dgm:spPr/>
      <dgm:t>
        <a:bodyPr/>
        <a:lstStyle/>
        <a:p>
          <a:r>
            <a:rPr lang="en-US"/>
            <a:t>Enquiry</a:t>
          </a:r>
          <a:endParaRPr lang="en-MY" dirty="0"/>
        </a:p>
      </dgm:t>
    </dgm:pt>
    <dgm:pt modelId="{72F44DFD-48E9-4E79-9E9B-C32DF8B5C141}" type="parTrans" cxnId="{2FFDA305-614D-4542-B3F0-024BC6759F11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00C41D78-DEFD-4A11-B113-D333955A6377}" type="sibTrans" cxnId="{2FFDA305-614D-4542-B3F0-024BC6759F11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68E1E81A-ACB3-462D-A340-4E00ACADAADE}">
      <dgm:prSet phldrT="[Text]" phldr="0"/>
      <dgm:spPr/>
      <dgm:t>
        <a:bodyPr/>
        <a:lstStyle/>
        <a:p>
          <a:r>
            <a:rPr lang="en-US"/>
            <a:t>Project start</a:t>
          </a:r>
          <a:endParaRPr lang="en-MY" dirty="0"/>
        </a:p>
      </dgm:t>
    </dgm:pt>
    <dgm:pt modelId="{3E61F3DD-95A7-4D10-AAFE-11D500F249AC}" type="parTrans" cxnId="{33280320-D0DA-4BA0-A2B2-4ADA3C476CF6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54520659-493D-46F6-B5D0-37575FC87606}" type="sibTrans" cxnId="{33280320-D0DA-4BA0-A2B2-4ADA3C476CF6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DBB0C80E-BE46-4450-BFF0-0CF5631299C1}">
      <dgm:prSet phldrT="[Text]" phldr="0"/>
      <dgm:spPr/>
      <dgm:t>
        <a:bodyPr/>
        <a:lstStyle/>
        <a:p>
          <a:r>
            <a:rPr lang="en-US"/>
            <a:t>Pilot mould fabrication</a:t>
          </a:r>
          <a:endParaRPr lang="en-MY" dirty="0"/>
        </a:p>
      </dgm:t>
    </dgm:pt>
    <dgm:pt modelId="{A1D8B06E-7FA7-4DC5-95B6-F26B1BACE6BE}" type="parTrans" cxnId="{0C0ADAA6-080B-42C9-91A1-B7F10914EFEA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5E078194-AACF-4458-9A3E-B3C175629B08}" type="sibTrans" cxnId="{0C0ADAA6-080B-42C9-91A1-B7F10914EFEA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63B97D93-E554-408B-B865-A752942BC2D2}">
      <dgm:prSet phldrT="[Text]" phldr="0"/>
      <dgm:spPr/>
      <dgm:t>
        <a:bodyPr/>
        <a:lstStyle/>
        <a:p>
          <a:r>
            <a:rPr lang="en-US"/>
            <a:t>New machine purchase</a:t>
          </a:r>
          <a:endParaRPr lang="en-MY" dirty="0"/>
        </a:p>
      </dgm:t>
    </dgm:pt>
    <dgm:pt modelId="{D26B493A-9F14-4F10-AC21-A8196846449D}" type="parTrans" cxnId="{1ABC8DE0-C91B-477F-8381-3C78FBB27245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A6028B69-C10F-4B51-B4C3-B7EE9A267206}" type="sibTrans" cxnId="{1ABC8DE0-C91B-477F-8381-3C78FBB27245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CAAEA953-D59E-4412-A415-4296616C7E5E}">
      <dgm:prSet phldrT="[Text]" phldr="0"/>
      <dgm:spPr/>
      <dgm:t>
        <a:bodyPr/>
        <a:lstStyle/>
        <a:p>
          <a:r>
            <a:rPr lang="en-US"/>
            <a:t>Product mould fabrication</a:t>
          </a:r>
          <a:endParaRPr lang="en-MY" dirty="0"/>
        </a:p>
      </dgm:t>
    </dgm:pt>
    <dgm:pt modelId="{6DE069A8-23DE-43DD-9C0F-D4337A04AC91}" type="parTrans" cxnId="{D0B91F6B-703F-42EF-9AF1-FB92562C4D38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5AFD50BB-8B4D-48E9-862B-46EED9621C40}" type="sibTrans" cxnId="{D0B91F6B-703F-42EF-9AF1-FB92562C4D38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1F6AF51F-BDB5-4F52-8273-54C372A2DC75}">
      <dgm:prSet phldrT="[Text]" phldr="0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sz="1600" b="1" dirty="0"/>
            <a:t>Trial Run at JJ</a:t>
          </a:r>
          <a:endParaRPr lang="en-MY" sz="1600" b="1" dirty="0"/>
        </a:p>
      </dgm:t>
    </dgm:pt>
    <dgm:pt modelId="{16FDCBF2-44AE-4CBA-A3A1-D7A6F74BD71D}" type="parTrans" cxnId="{C5618C71-78D1-4AC7-BF0E-1D1DB2EC688F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E491F74F-97E7-4BC8-8DCC-B5A3C718E43F}" type="sibTrans" cxnId="{C5618C71-78D1-4AC7-BF0E-1D1DB2EC688F}">
      <dgm:prSet/>
      <dgm:spPr/>
      <dgm:t>
        <a:bodyPr/>
        <a:lstStyle/>
        <a:p>
          <a:endParaRPr lang="en-MY">
            <a:solidFill>
              <a:sysClr val="windowText" lastClr="000000"/>
            </a:solidFill>
          </a:endParaRPr>
        </a:p>
      </dgm:t>
    </dgm:pt>
    <dgm:pt modelId="{E65C3B0F-1223-4D3C-9102-2DC08EA094F4}" type="pres">
      <dgm:prSet presAssocID="{8EDC95EB-089E-4FCC-9A7B-2AEC6672B3A8}" presName="Name0" presStyleCnt="0">
        <dgm:presLayoutVars>
          <dgm:dir/>
          <dgm:resizeHandles val="exact"/>
        </dgm:presLayoutVars>
      </dgm:prSet>
      <dgm:spPr/>
    </dgm:pt>
    <dgm:pt modelId="{C587CD05-A919-47BA-A80E-06B17B4DEBC4}" type="pres">
      <dgm:prSet presAssocID="{89DCB258-197F-499B-AE1F-9C1065D12BF0}" presName="node" presStyleLbl="node1" presStyleIdx="0" presStyleCnt="6">
        <dgm:presLayoutVars>
          <dgm:bulletEnabled val="1"/>
        </dgm:presLayoutVars>
      </dgm:prSet>
      <dgm:spPr/>
    </dgm:pt>
    <dgm:pt modelId="{AB20460D-DA26-4E2E-A139-D028CCAF55AD}" type="pres">
      <dgm:prSet presAssocID="{00C41D78-DEFD-4A11-B113-D333955A6377}" presName="sibTrans" presStyleLbl="sibTrans2D1" presStyleIdx="0" presStyleCnt="5"/>
      <dgm:spPr/>
    </dgm:pt>
    <dgm:pt modelId="{ACA0832C-2C86-430C-8F52-5FCD97E41BEE}" type="pres">
      <dgm:prSet presAssocID="{00C41D78-DEFD-4A11-B113-D333955A6377}" presName="connectorText" presStyleLbl="sibTrans2D1" presStyleIdx="0" presStyleCnt="5"/>
      <dgm:spPr/>
    </dgm:pt>
    <dgm:pt modelId="{E6CA2E7F-C476-4DC0-ABC5-F86E1BF8444C}" type="pres">
      <dgm:prSet presAssocID="{68E1E81A-ACB3-462D-A340-4E00ACADAADE}" presName="node" presStyleLbl="node1" presStyleIdx="1" presStyleCnt="6">
        <dgm:presLayoutVars>
          <dgm:bulletEnabled val="1"/>
        </dgm:presLayoutVars>
      </dgm:prSet>
      <dgm:spPr/>
    </dgm:pt>
    <dgm:pt modelId="{ABA857AF-AB5D-4E4B-821C-A807AA71E87C}" type="pres">
      <dgm:prSet presAssocID="{54520659-493D-46F6-B5D0-37575FC87606}" presName="sibTrans" presStyleLbl="sibTrans2D1" presStyleIdx="1" presStyleCnt="5"/>
      <dgm:spPr/>
    </dgm:pt>
    <dgm:pt modelId="{FA53CB42-0BD3-4139-8806-F0F9973B4C37}" type="pres">
      <dgm:prSet presAssocID="{54520659-493D-46F6-B5D0-37575FC87606}" presName="connectorText" presStyleLbl="sibTrans2D1" presStyleIdx="1" presStyleCnt="5"/>
      <dgm:spPr/>
    </dgm:pt>
    <dgm:pt modelId="{86C01AF0-93E8-4ADC-83AC-41A373352250}" type="pres">
      <dgm:prSet presAssocID="{DBB0C80E-BE46-4450-BFF0-0CF5631299C1}" presName="node" presStyleLbl="node1" presStyleIdx="2" presStyleCnt="6">
        <dgm:presLayoutVars>
          <dgm:bulletEnabled val="1"/>
        </dgm:presLayoutVars>
      </dgm:prSet>
      <dgm:spPr/>
    </dgm:pt>
    <dgm:pt modelId="{ED9B7062-84BB-4FE1-BC74-951880287B74}" type="pres">
      <dgm:prSet presAssocID="{5E078194-AACF-4458-9A3E-B3C175629B08}" presName="sibTrans" presStyleLbl="sibTrans2D1" presStyleIdx="2" presStyleCnt="5"/>
      <dgm:spPr/>
    </dgm:pt>
    <dgm:pt modelId="{145B9007-C9F1-4F92-8B34-1CAEF7F2303F}" type="pres">
      <dgm:prSet presAssocID="{5E078194-AACF-4458-9A3E-B3C175629B08}" presName="connectorText" presStyleLbl="sibTrans2D1" presStyleIdx="2" presStyleCnt="5"/>
      <dgm:spPr/>
    </dgm:pt>
    <dgm:pt modelId="{8DB0ACFA-13DC-4673-B771-43EFDD2EA6D4}" type="pres">
      <dgm:prSet presAssocID="{63B97D93-E554-408B-B865-A752942BC2D2}" presName="node" presStyleLbl="node1" presStyleIdx="3" presStyleCnt="6">
        <dgm:presLayoutVars>
          <dgm:bulletEnabled val="1"/>
        </dgm:presLayoutVars>
      </dgm:prSet>
      <dgm:spPr/>
    </dgm:pt>
    <dgm:pt modelId="{B828D57D-E887-4157-AB5D-C6E206B87E0C}" type="pres">
      <dgm:prSet presAssocID="{A6028B69-C10F-4B51-B4C3-B7EE9A267206}" presName="sibTrans" presStyleLbl="sibTrans2D1" presStyleIdx="3" presStyleCnt="5"/>
      <dgm:spPr/>
    </dgm:pt>
    <dgm:pt modelId="{948B8D23-7BA7-45EF-B43C-EC7F6A59C87E}" type="pres">
      <dgm:prSet presAssocID="{A6028B69-C10F-4B51-B4C3-B7EE9A267206}" presName="connectorText" presStyleLbl="sibTrans2D1" presStyleIdx="3" presStyleCnt="5"/>
      <dgm:spPr/>
    </dgm:pt>
    <dgm:pt modelId="{F239663F-D750-402E-BE24-43C2F55B043C}" type="pres">
      <dgm:prSet presAssocID="{CAAEA953-D59E-4412-A415-4296616C7E5E}" presName="node" presStyleLbl="node1" presStyleIdx="4" presStyleCnt="6">
        <dgm:presLayoutVars>
          <dgm:bulletEnabled val="1"/>
        </dgm:presLayoutVars>
      </dgm:prSet>
      <dgm:spPr/>
    </dgm:pt>
    <dgm:pt modelId="{1181609B-8FBE-416A-A346-6E3448FDE3FE}" type="pres">
      <dgm:prSet presAssocID="{5AFD50BB-8B4D-48E9-862B-46EED9621C40}" presName="sibTrans" presStyleLbl="sibTrans2D1" presStyleIdx="4" presStyleCnt="5"/>
      <dgm:spPr/>
    </dgm:pt>
    <dgm:pt modelId="{D2B6543B-6AD5-4278-99E4-87E58F69C67E}" type="pres">
      <dgm:prSet presAssocID="{5AFD50BB-8B4D-48E9-862B-46EED9621C40}" presName="connectorText" presStyleLbl="sibTrans2D1" presStyleIdx="4" presStyleCnt="5"/>
      <dgm:spPr/>
    </dgm:pt>
    <dgm:pt modelId="{9A01FD85-BA05-43FC-9860-165E6A7B029C}" type="pres">
      <dgm:prSet presAssocID="{1F6AF51F-BDB5-4F52-8273-54C372A2DC75}" presName="node" presStyleLbl="node1" presStyleIdx="5" presStyleCnt="6">
        <dgm:presLayoutVars>
          <dgm:bulletEnabled val="1"/>
        </dgm:presLayoutVars>
      </dgm:prSet>
      <dgm:spPr/>
    </dgm:pt>
  </dgm:ptLst>
  <dgm:cxnLst>
    <dgm:cxn modelId="{2FFDA305-614D-4542-B3F0-024BC6759F11}" srcId="{8EDC95EB-089E-4FCC-9A7B-2AEC6672B3A8}" destId="{89DCB258-197F-499B-AE1F-9C1065D12BF0}" srcOrd="0" destOrd="0" parTransId="{72F44DFD-48E9-4E79-9E9B-C32DF8B5C141}" sibTransId="{00C41D78-DEFD-4A11-B113-D333955A6377}"/>
    <dgm:cxn modelId="{CD3E261A-12FB-4FED-AC27-9337EE466E35}" type="presOf" srcId="{63B97D93-E554-408B-B865-A752942BC2D2}" destId="{8DB0ACFA-13DC-4673-B771-43EFDD2EA6D4}" srcOrd="0" destOrd="0" presId="urn:microsoft.com/office/officeart/2005/8/layout/process1"/>
    <dgm:cxn modelId="{33280320-D0DA-4BA0-A2B2-4ADA3C476CF6}" srcId="{8EDC95EB-089E-4FCC-9A7B-2AEC6672B3A8}" destId="{68E1E81A-ACB3-462D-A340-4E00ACADAADE}" srcOrd="1" destOrd="0" parTransId="{3E61F3DD-95A7-4D10-AAFE-11D500F249AC}" sibTransId="{54520659-493D-46F6-B5D0-37575FC87606}"/>
    <dgm:cxn modelId="{162BE12B-6C4D-4D38-A13E-838104FBE4DE}" type="presOf" srcId="{5AFD50BB-8B4D-48E9-862B-46EED9621C40}" destId="{D2B6543B-6AD5-4278-99E4-87E58F69C67E}" srcOrd="1" destOrd="0" presId="urn:microsoft.com/office/officeart/2005/8/layout/process1"/>
    <dgm:cxn modelId="{4CD8782F-CE32-44E7-A868-6D89EBE3CBB6}" type="presOf" srcId="{A6028B69-C10F-4B51-B4C3-B7EE9A267206}" destId="{B828D57D-E887-4157-AB5D-C6E206B87E0C}" srcOrd="0" destOrd="0" presId="urn:microsoft.com/office/officeart/2005/8/layout/process1"/>
    <dgm:cxn modelId="{1847C13D-A631-43AA-B71C-CB50C87D1761}" type="presOf" srcId="{89DCB258-197F-499B-AE1F-9C1065D12BF0}" destId="{C587CD05-A919-47BA-A80E-06B17B4DEBC4}" srcOrd="0" destOrd="0" presId="urn:microsoft.com/office/officeart/2005/8/layout/process1"/>
    <dgm:cxn modelId="{360D9447-A6DA-43E1-B2FC-C1A0ED82C060}" type="presOf" srcId="{A6028B69-C10F-4B51-B4C3-B7EE9A267206}" destId="{948B8D23-7BA7-45EF-B43C-EC7F6A59C87E}" srcOrd="1" destOrd="0" presId="urn:microsoft.com/office/officeart/2005/8/layout/process1"/>
    <dgm:cxn modelId="{D0B91F6B-703F-42EF-9AF1-FB92562C4D38}" srcId="{8EDC95EB-089E-4FCC-9A7B-2AEC6672B3A8}" destId="{CAAEA953-D59E-4412-A415-4296616C7E5E}" srcOrd="4" destOrd="0" parTransId="{6DE069A8-23DE-43DD-9C0F-D4337A04AC91}" sibTransId="{5AFD50BB-8B4D-48E9-862B-46EED9621C40}"/>
    <dgm:cxn modelId="{E49D9A6E-6284-4FB0-9EFC-34A65DB5125F}" type="presOf" srcId="{5E078194-AACF-4458-9A3E-B3C175629B08}" destId="{ED9B7062-84BB-4FE1-BC74-951880287B74}" srcOrd="0" destOrd="0" presId="urn:microsoft.com/office/officeart/2005/8/layout/process1"/>
    <dgm:cxn modelId="{C5618C71-78D1-4AC7-BF0E-1D1DB2EC688F}" srcId="{8EDC95EB-089E-4FCC-9A7B-2AEC6672B3A8}" destId="{1F6AF51F-BDB5-4F52-8273-54C372A2DC75}" srcOrd="5" destOrd="0" parTransId="{16FDCBF2-44AE-4CBA-A3A1-D7A6F74BD71D}" sibTransId="{E491F74F-97E7-4BC8-8DCC-B5A3C718E43F}"/>
    <dgm:cxn modelId="{1306DA53-D856-46B4-9253-E48BD1F25CBA}" type="presOf" srcId="{5E078194-AACF-4458-9A3E-B3C175629B08}" destId="{145B9007-C9F1-4F92-8B34-1CAEF7F2303F}" srcOrd="1" destOrd="0" presId="urn:microsoft.com/office/officeart/2005/8/layout/process1"/>
    <dgm:cxn modelId="{0502D557-C182-4DD3-8431-4A38E13A0011}" type="presOf" srcId="{00C41D78-DEFD-4A11-B113-D333955A6377}" destId="{AB20460D-DA26-4E2E-A139-D028CCAF55AD}" srcOrd="0" destOrd="0" presId="urn:microsoft.com/office/officeart/2005/8/layout/process1"/>
    <dgm:cxn modelId="{EBAC1491-0CAD-41DD-A711-FBAD52DA7E2F}" type="presOf" srcId="{54520659-493D-46F6-B5D0-37575FC87606}" destId="{ABA857AF-AB5D-4E4B-821C-A807AA71E87C}" srcOrd="0" destOrd="0" presId="urn:microsoft.com/office/officeart/2005/8/layout/process1"/>
    <dgm:cxn modelId="{4D3D259B-12FA-40DC-898D-BE485397737F}" type="presOf" srcId="{5AFD50BB-8B4D-48E9-862B-46EED9621C40}" destId="{1181609B-8FBE-416A-A346-6E3448FDE3FE}" srcOrd="0" destOrd="0" presId="urn:microsoft.com/office/officeart/2005/8/layout/process1"/>
    <dgm:cxn modelId="{0C0ADAA6-080B-42C9-91A1-B7F10914EFEA}" srcId="{8EDC95EB-089E-4FCC-9A7B-2AEC6672B3A8}" destId="{DBB0C80E-BE46-4450-BFF0-0CF5631299C1}" srcOrd="2" destOrd="0" parTransId="{A1D8B06E-7FA7-4DC5-95B6-F26B1BACE6BE}" sibTransId="{5E078194-AACF-4458-9A3E-B3C175629B08}"/>
    <dgm:cxn modelId="{F15903C7-5FE9-4115-9A49-080E36D82735}" type="presOf" srcId="{54520659-493D-46F6-B5D0-37575FC87606}" destId="{FA53CB42-0BD3-4139-8806-F0F9973B4C37}" srcOrd="1" destOrd="0" presId="urn:microsoft.com/office/officeart/2005/8/layout/process1"/>
    <dgm:cxn modelId="{4FA56DC7-6EDA-4761-9D45-9FD2E709DC03}" type="presOf" srcId="{8EDC95EB-089E-4FCC-9A7B-2AEC6672B3A8}" destId="{E65C3B0F-1223-4D3C-9102-2DC08EA094F4}" srcOrd="0" destOrd="0" presId="urn:microsoft.com/office/officeart/2005/8/layout/process1"/>
    <dgm:cxn modelId="{2B516ACA-463F-4CA0-9AEB-C13AD9A516DB}" type="presOf" srcId="{DBB0C80E-BE46-4450-BFF0-0CF5631299C1}" destId="{86C01AF0-93E8-4ADC-83AC-41A373352250}" srcOrd="0" destOrd="0" presId="urn:microsoft.com/office/officeart/2005/8/layout/process1"/>
    <dgm:cxn modelId="{1ABC8DE0-C91B-477F-8381-3C78FBB27245}" srcId="{8EDC95EB-089E-4FCC-9A7B-2AEC6672B3A8}" destId="{63B97D93-E554-408B-B865-A752942BC2D2}" srcOrd="3" destOrd="0" parTransId="{D26B493A-9F14-4F10-AC21-A8196846449D}" sibTransId="{A6028B69-C10F-4B51-B4C3-B7EE9A267206}"/>
    <dgm:cxn modelId="{190CEDE1-3354-4C47-9A8E-7705074E941F}" type="presOf" srcId="{CAAEA953-D59E-4412-A415-4296616C7E5E}" destId="{F239663F-D750-402E-BE24-43C2F55B043C}" srcOrd="0" destOrd="0" presId="urn:microsoft.com/office/officeart/2005/8/layout/process1"/>
    <dgm:cxn modelId="{8C09A8E2-0CA9-4C8E-AA56-5E92F333014F}" type="presOf" srcId="{68E1E81A-ACB3-462D-A340-4E00ACADAADE}" destId="{E6CA2E7F-C476-4DC0-ABC5-F86E1BF8444C}" srcOrd="0" destOrd="0" presId="urn:microsoft.com/office/officeart/2005/8/layout/process1"/>
    <dgm:cxn modelId="{EE90B7ED-1D11-410C-ACAD-951B90194D32}" type="presOf" srcId="{1F6AF51F-BDB5-4F52-8273-54C372A2DC75}" destId="{9A01FD85-BA05-43FC-9860-165E6A7B029C}" srcOrd="0" destOrd="0" presId="urn:microsoft.com/office/officeart/2005/8/layout/process1"/>
    <dgm:cxn modelId="{3F1E44F3-BF5A-4C4A-84C2-978F8E77A6B8}" type="presOf" srcId="{00C41D78-DEFD-4A11-B113-D333955A6377}" destId="{ACA0832C-2C86-430C-8F52-5FCD97E41BEE}" srcOrd="1" destOrd="0" presId="urn:microsoft.com/office/officeart/2005/8/layout/process1"/>
    <dgm:cxn modelId="{330F7D08-68CA-48DB-8816-85841F0EB4D7}" type="presParOf" srcId="{E65C3B0F-1223-4D3C-9102-2DC08EA094F4}" destId="{C587CD05-A919-47BA-A80E-06B17B4DEBC4}" srcOrd="0" destOrd="0" presId="urn:microsoft.com/office/officeart/2005/8/layout/process1"/>
    <dgm:cxn modelId="{B59F3852-CF73-4CB0-A427-DC88BFA0C576}" type="presParOf" srcId="{E65C3B0F-1223-4D3C-9102-2DC08EA094F4}" destId="{AB20460D-DA26-4E2E-A139-D028CCAF55AD}" srcOrd="1" destOrd="0" presId="urn:microsoft.com/office/officeart/2005/8/layout/process1"/>
    <dgm:cxn modelId="{16D3BF6D-C268-4DEF-BF85-9172973B9AD3}" type="presParOf" srcId="{AB20460D-DA26-4E2E-A139-D028CCAF55AD}" destId="{ACA0832C-2C86-430C-8F52-5FCD97E41BEE}" srcOrd="0" destOrd="0" presId="urn:microsoft.com/office/officeart/2005/8/layout/process1"/>
    <dgm:cxn modelId="{20D9A54B-CC16-484F-A4B0-CFDF61E780B8}" type="presParOf" srcId="{E65C3B0F-1223-4D3C-9102-2DC08EA094F4}" destId="{E6CA2E7F-C476-4DC0-ABC5-F86E1BF8444C}" srcOrd="2" destOrd="0" presId="urn:microsoft.com/office/officeart/2005/8/layout/process1"/>
    <dgm:cxn modelId="{CF13F577-4C63-4A61-B8E0-20C9CBE6F204}" type="presParOf" srcId="{E65C3B0F-1223-4D3C-9102-2DC08EA094F4}" destId="{ABA857AF-AB5D-4E4B-821C-A807AA71E87C}" srcOrd="3" destOrd="0" presId="urn:microsoft.com/office/officeart/2005/8/layout/process1"/>
    <dgm:cxn modelId="{3F72EADA-4549-4407-83E5-76CE87CCC655}" type="presParOf" srcId="{ABA857AF-AB5D-4E4B-821C-A807AA71E87C}" destId="{FA53CB42-0BD3-4139-8806-F0F9973B4C37}" srcOrd="0" destOrd="0" presId="urn:microsoft.com/office/officeart/2005/8/layout/process1"/>
    <dgm:cxn modelId="{C574D5D7-693B-45CE-B7F4-F85FB5E4661E}" type="presParOf" srcId="{E65C3B0F-1223-4D3C-9102-2DC08EA094F4}" destId="{86C01AF0-93E8-4ADC-83AC-41A373352250}" srcOrd="4" destOrd="0" presId="urn:microsoft.com/office/officeart/2005/8/layout/process1"/>
    <dgm:cxn modelId="{0ACC53B6-4E2F-4FE5-B183-483A2C41C017}" type="presParOf" srcId="{E65C3B0F-1223-4D3C-9102-2DC08EA094F4}" destId="{ED9B7062-84BB-4FE1-BC74-951880287B74}" srcOrd="5" destOrd="0" presId="urn:microsoft.com/office/officeart/2005/8/layout/process1"/>
    <dgm:cxn modelId="{B3FA1DE6-9D19-4843-8F79-A1759D95676A}" type="presParOf" srcId="{ED9B7062-84BB-4FE1-BC74-951880287B74}" destId="{145B9007-C9F1-4F92-8B34-1CAEF7F2303F}" srcOrd="0" destOrd="0" presId="urn:microsoft.com/office/officeart/2005/8/layout/process1"/>
    <dgm:cxn modelId="{B6F6D23E-0F96-4868-A5C4-1E9045A1C07B}" type="presParOf" srcId="{E65C3B0F-1223-4D3C-9102-2DC08EA094F4}" destId="{8DB0ACFA-13DC-4673-B771-43EFDD2EA6D4}" srcOrd="6" destOrd="0" presId="urn:microsoft.com/office/officeart/2005/8/layout/process1"/>
    <dgm:cxn modelId="{E9116633-C45C-42A6-94DF-13A404BF2952}" type="presParOf" srcId="{E65C3B0F-1223-4D3C-9102-2DC08EA094F4}" destId="{B828D57D-E887-4157-AB5D-C6E206B87E0C}" srcOrd="7" destOrd="0" presId="urn:microsoft.com/office/officeart/2005/8/layout/process1"/>
    <dgm:cxn modelId="{1F451186-78A5-42E6-9783-BE23F52B0D43}" type="presParOf" srcId="{B828D57D-E887-4157-AB5D-C6E206B87E0C}" destId="{948B8D23-7BA7-45EF-B43C-EC7F6A59C87E}" srcOrd="0" destOrd="0" presId="urn:microsoft.com/office/officeart/2005/8/layout/process1"/>
    <dgm:cxn modelId="{FEB9C3DA-B076-467B-B382-170CD476D3C0}" type="presParOf" srcId="{E65C3B0F-1223-4D3C-9102-2DC08EA094F4}" destId="{F239663F-D750-402E-BE24-43C2F55B043C}" srcOrd="8" destOrd="0" presId="urn:microsoft.com/office/officeart/2005/8/layout/process1"/>
    <dgm:cxn modelId="{84F9DD34-8BCE-41D7-B144-B20B98DE9446}" type="presParOf" srcId="{E65C3B0F-1223-4D3C-9102-2DC08EA094F4}" destId="{1181609B-8FBE-416A-A346-6E3448FDE3FE}" srcOrd="9" destOrd="0" presId="urn:microsoft.com/office/officeart/2005/8/layout/process1"/>
    <dgm:cxn modelId="{7660FAD8-71EC-4EB1-B69D-E1D27DB4B4E6}" type="presParOf" srcId="{1181609B-8FBE-416A-A346-6E3448FDE3FE}" destId="{D2B6543B-6AD5-4278-99E4-87E58F69C67E}" srcOrd="0" destOrd="0" presId="urn:microsoft.com/office/officeart/2005/8/layout/process1"/>
    <dgm:cxn modelId="{E957CF53-3C6D-46A0-88C9-BEFD569DD346}" type="presParOf" srcId="{E65C3B0F-1223-4D3C-9102-2DC08EA094F4}" destId="{9A01FD85-BA05-43FC-9860-165E6A7B029C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87CD05-A919-47BA-A80E-06B17B4DEBC4}">
      <dsp:nvSpPr>
        <dsp:cNvPr id="0" name=""/>
        <dsp:cNvSpPr/>
      </dsp:nvSpPr>
      <dsp:spPr>
        <a:xfrm>
          <a:off x="0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Enquiry</a:t>
          </a:r>
          <a:endParaRPr lang="en-MY" sz="1500" kern="1200" dirty="0"/>
        </a:p>
      </dsp:txBody>
      <dsp:txXfrm>
        <a:off x="23713" y="181861"/>
        <a:ext cx="968574" cy="762199"/>
      </dsp:txXfrm>
    </dsp:sp>
    <dsp:sp modelId="{AB20460D-DA26-4E2E-A139-D028CCAF55AD}">
      <dsp:nvSpPr>
        <dsp:cNvPr id="0" name=""/>
        <dsp:cNvSpPr/>
      </dsp:nvSpPr>
      <dsp:spPr>
        <a:xfrm>
          <a:off x="1117599" y="436977"/>
          <a:ext cx="215392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1117599" y="487371"/>
        <a:ext cx="150774" cy="151180"/>
      </dsp:txXfrm>
    </dsp:sp>
    <dsp:sp modelId="{E6CA2E7F-C476-4DC0-ABC5-F86E1BF8444C}">
      <dsp:nvSpPr>
        <dsp:cNvPr id="0" name=""/>
        <dsp:cNvSpPr/>
      </dsp:nvSpPr>
      <dsp:spPr>
        <a:xfrm>
          <a:off x="1422399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Project start</a:t>
          </a:r>
          <a:endParaRPr lang="en-MY" sz="1500" kern="1200" dirty="0"/>
        </a:p>
      </dsp:txBody>
      <dsp:txXfrm>
        <a:off x="1446112" y="181861"/>
        <a:ext cx="968574" cy="762199"/>
      </dsp:txXfrm>
    </dsp:sp>
    <dsp:sp modelId="{ABA857AF-AB5D-4E4B-821C-A807AA71E87C}">
      <dsp:nvSpPr>
        <dsp:cNvPr id="0" name=""/>
        <dsp:cNvSpPr/>
      </dsp:nvSpPr>
      <dsp:spPr>
        <a:xfrm>
          <a:off x="2539999" y="436977"/>
          <a:ext cx="215392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2539999" y="487371"/>
        <a:ext cx="150774" cy="151180"/>
      </dsp:txXfrm>
    </dsp:sp>
    <dsp:sp modelId="{86C01AF0-93E8-4ADC-83AC-41A373352250}">
      <dsp:nvSpPr>
        <dsp:cNvPr id="0" name=""/>
        <dsp:cNvSpPr/>
      </dsp:nvSpPr>
      <dsp:spPr>
        <a:xfrm>
          <a:off x="2844799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Pilot mould fabrication</a:t>
          </a:r>
          <a:endParaRPr lang="en-MY" sz="1500" kern="1200" dirty="0"/>
        </a:p>
      </dsp:txBody>
      <dsp:txXfrm>
        <a:off x="2868512" y="181861"/>
        <a:ext cx="968574" cy="762199"/>
      </dsp:txXfrm>
    </dsp:sp>
    <dsp:sp modelId="{ED9B7062-84BB-4FE1-BC74-951880287B74}">
      <dsp:nvSpPr>
        <dsp:cNvPr id="0" name=""/>
        <dsp:cNvSpPr/>
      </dsp:nvSpPr>
      <dsp:spPr>
        <a:xfrm>
          <a:off x="3962400" y="436977"/>
          <a:ext cx="215391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3962400" y="487371"/>
        <a:ext cx="150774" cy="151180"/>
      </dsp:txXfrm>
    </dsp:sp>
    <dsp:sp modelId="{8DB0ACFA-13DC-4673-B771-43EFDD2EA6D4}">
      <dsp:nvSpPr>
        <dsp:cNvPr id="0" name=""/>
        <dsp:cNvSpPr/>
      </dsp:nvSpPr>
      <dsp:spPr>
        <a:xfrm>
          <a:off x="4267199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New machine purchase</a:t>
          </a:r>
          <a:endParaRPr lang="en-MY" sz="1500" kern="1200" dirty="0"/>
        </a:p>
      </dsp:txBody>
      <dsp:txXfrm>
        <a:off x="4290912" y="181861"/>
        <a:ext cx="968574" cy="762199"/>
      </dsp:txXfrm>
    </dsp:sp>
    <dsp:sp modelId="{B828D57D-E887-4157-AB5D-C6E206B87E0C}">
      <dsp:nvSpPr>
        <dsp:cNvPr id="0" name=""/>
        <dsp:cNvSpPr/>
      </dsp:nvSpPr>
      <dsp:spPr>
        <a:xfrm>
          <a:off x="5384799" y="436977"/>
          <a:ext cx="215392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5384799" y="487371"/>
        <a:ext cx="150774" cy="151180"/>
      </dsp:txXfrm>
    </dsp:sp>
    <dsp:sp modelId="{F239663F-D750-402E-BE24-43C2F55B043C}">
      <dsp:nvSpPr>
        <dsp:cNvPr id="0" name=""/>
        <dsp:cNvSpPr/>
      </dsp:nvSpPr>
      <dsp:spPr>
        <a:xfrm>
          <a:off x="5689599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Product mould fabrication</a:t>
          </a:r>
          <a:endParaRPr lang="en-MY" sz="1500" kern="1200" dirty="0"/>
        </a:p>
      </dsp:txBody>
      <dsp:txXfrm>
        <a:off x="5713312" y="181861"/>
        <a:ext cx="968574" cy="762199"/>
      </dsp:txXfrm>
    </dsp:sp>
    <dsp:sp modelId="{1181609B-8FBE-416A-A346-6E3448FDE3FE}">
      <dsp:nvSpPr>
        <dsp:cNvPr id="0" name=""/>
        <dsp:cNvSpPr/>
      </dsp:nvSpPr>
      <dsp:spPr>
        <a:xfrm>
          <a:off x="6807200" y="436977"/>
          <a:ext cx="215392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6807200" y="487371"/>
        <a:ext cx="150774" cy="151180"/>
      </dsp:txXfrm>
    </dsp:sp>
    <dsp:sp modelId="{9A01FD85-BA05-43FC-9860-165E6A7B029C}">
      <dsp:nvSpPr>
        <dsp:cNvPr id="0" name=""/>
        <dsp:cNvSpPr/>
      </dsp:nvSpPr>
      <dsp:spPr>
        <a:xfrm>
          <a:off x="7112000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Trial Run at JJ</a:t>
          </a:r>
          <a:endParaRPr lang="en-MY" sz="1500" kern="1200" dirty="0"/>
        </a:p>
      </dsp:txBody>
      <dsp:txXfrm>
        <a:off x="7135713" y="181861"/>
        <a:ext cx="968574" cy="7621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CC65BC-D900-4A4E-A3F6-63FD7D8ADBDA}">
      <dsp:nvSpPr>
        <dsp:cNvPr id="0" name=""/>
        <dsp:cNvSpPr/>
      </dsp:nvSpPr>
      <dsp:spPr>
        <a:xfrm>
          <a:off x="0" y="0"/>
          <a:ext cx="5796915" cy="11252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Sales/ CS department </a:t>
          </a:r>
          <a:endParaRPr lang="en-MY" sz="2900" kern="1200" dirty="0"/>
        </a:p>
      </dsp:txBody>
      <dsp:txXfrm>
        <a:off x="32957" y="32957"/>
        <a:ext cx="4582714" cy="1059305"/>
      </dsp:txXfrm>
    </dsp:sp>
    <dsp:sp modelId="{1928D7E5-F334-4074-B614-528FF6EBE79E}">
      <dsp:nvSpPr>
        <dsp:cNvPr id="0" name=""/>
        <dsp:cNvSpPr/>
      </dsp:nvSpPr>
      <dsp:spPr>
        <a:xfrm>
          <a:off x="511492" y="1312756"/>
          <a:ext cx="5796915" cy="11252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Fill Sales &amp; Design Enquiry form </a:t>
          </a:r>
          <a:endParaRPr lang="en-MY" sz="2900" kern="1200" dirty="0"/>
        </a:p>
      </dsp:txBody>
      <dsp:txXfrm>
        <a:off x="544449" y="1345713"/>
        <a:ext cx="4488115" cy="1059305"/>
      </dsp:txXfrm>
    </dsp:sp>
    <dsp:sp modelId="{6FC06B86-F7CF-4B4A-A0E5-0ED53756FD27}">
      <dsp:nvSpPr>
        <dsp:cNvPr id="0" name=""/>
        <dsp:cNvSpPr/>
      </dsp:nvSpPr>
      <dsp:spPr>
        <a:xfrm>
          <a:off x="1022984" y="2625513"/>
          <a:ext cx="5796915" cy="11252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Notify NPI team</a:t>
          </a:r>
          <a:endParaRPr lang="en-MY" sz="2900" kern="1200" dirty="0"/>
        </a:p>
      </dsp:txBody>
      <dsp:txXfrm>
        <a:off x="1055941" y="2658470"/>
        <a:ext cx="4488115" cy="1059305"/>
      </dsp:txXfrm>
    </dsp:sp>
    <dsp:sp modelId="{ECB2B79B-5FCA-44B0-9EA2-E0F07F0A7930}">
      <dsp:nvSpPr>
        <dsp:cNvPr id="0" name=""/>
        <dsp:cNvSpPr/>
      </dsp:nvSpPr>
      <dsp:spPr>
        <a:xfrm>
          <a:off x="5065522" y="853291"/>
          <a:ext cx="731392" cy="73139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3300" kern="1200"/>
        </a:p>
      </dsp:txBody>
      <dsp:txXfrm>
        <a:off x="5230085" y="853291"/>
        <a:ext cx="402266" cy="550372"/>
      </dsp:txXfrm>
    </dsp:sp>
    <dsp:sp modelId="{C93818CD-FF89-48F2-9B73-7BAF572877B6}">
      <dsp:nvSpPr>
        <dsp:cNvPr id="0" name=""/>
        <dsp:cNvSpPr/>
      </dsp:nvSpPr>
      <dsp:spPr>
        <a:xfrm>
          <a:off x="5577014" y="2158546"/>
          <a:ext cx="731392" cy="73139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3300" kern="1200"/>
        </a:p>
      </dsp:txBody>
      <dsp:txXfrm>
        <a:off x="5741577" y="2158546"/>
        <a:ext cx="402266" cy="5503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CC65BC-D900-4A4E-A3F6-63FD7D8ADBDA}">
      <dsp:nvSpPr>
        <dsp:cNvPr id="0" name=""/>
        <dsp:cNvSpPr/>
      </dsp:nvSpPr>
      <dsp:spPr>
        <a:xfrm>
          <a:off x="0" y="0"/>
          <a:ext cx="5796915" cy="11252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NPI team to identify the Gantt Chart </a:t>
          </a:r>
          <a:endParaRPr lang="en-MY" sz="2900" kern="1200" dirty="0"/>
        </a:p>
      </dsp:txBody>
      <dsp:txXfrm>
        <a:off x="32957" y="32957"/>
        <a:ext cx="4582714" cy="1059305"/>
      </dsp:txXfrm>
    </dsp:sp>
    <dsp:sp modelId="{1928D7E5-F334-4074-B614-528FF6EBE79E}">
      <dsp:nvSpPr>
        <dsp:cNvPr id="0" name=""/>
        <dsp:cNvSpPr/>
      </dsp:nvSpPr>
      <dsp:spPr>
        <a:xfrm>
          <a:off x="511492" y="1312756"/>
          <a:ext cx="5796915" cy="11252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Save in project folder</a:t>
          </a:r>
          <a:endParaRPr lang="en-MY" sz="2900" kern="1200" dirty="0"/>
        </a:p>
      </dsp:txBody>
      <dsp:txXfrm>
        <a:off x="544449" y="1345713"/>
        <a:ext cx="4488115" cy="1059305"/>
      </dsp:txXfrm>
    </dsp:sp>
    <dsp:sp modelId="{6FC06B86-F7CF-4B4A-A0E5-0ED53756FD27}">
      <dsp:nvSpPr>
        <dsp:cNvPr id="0" name=""/>
        <dsp:cNvSpPr/>
      </dsp:nvSpPr>
      <dsp:spPr>
        <a:xfrm>
          <a:off x="1022984" y="2625513"/>
          <a:ext cx="5796915" cy="11252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Notify selected user on overall Gantt Chart</a:t>
          </a:r>
          <a:endParaRPr lang="en-MY" sz="2900" kern="1200" dirty="0"/>
        </a:p>
      </dsp:txBody>
      <dsp:txXfrm>
        <a:off x="1055941" y="2658470"/>
        <a:ext cx="4488115" cy="1059305"/>
      </dsp:txXfrm>
    </dsp:sp>
    <dsp:sp modelId="{ECB2B79B-5FCA-44B0-9EA2-E0F07F0A7930}">
      <dsp:nvSpPr>
        <dsp:cNvPr id="0" name=""/>
        <dsp:cNvSpPr/>
      </dsp:nvSpPr>
      <dsp:spPr>
        <a:xfrm>
          <a:off x="5065522" y="853291"/>
          <a:ext cx="731392" cy="73139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3300" kern="1200"/>
        </a:p>
      </dsp:txBody>
      <dsp:txXfrm>
        <a:off x="5230085" y="853291"/>
        <a:ext cx="402266" cy="550372"/>
      </dsp:txXfrm>
    </dsp:sp>
    <dsp:sp modelId="{C93818CD-FF89-48F2-9B73-7BAF572877B6}">
      <dsp:nvSpPr>
        <dsp:cNvPr id="0" name=""/>
        <dsp:cNvSpPr/>
      </dsp:nvSpPr>
      <dsp:spPr>
        <a:xfrm>
          <a:off x="5577014" y="2158546"/>
          <a:ext cx="731392" cy="73139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3300" kern="1200"/>
        </a:p>
      </dsp:txBody>
      <dsp:txXfrm>
        <a:off x="5741577" y="2158546"/>
        <a:ext cx="402266" cy="5503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87CD05-A919-47BA-A80E-06B17B4DEBC4}">
      <dsp:nvSpPr>
        <dsp:cNvPr id="0" name=""/>
        <dsp:cNvSpPr/>
      </dsp:nvSpPr>
      <dsp:spPr>
        <a:xfrm>
          <a:off x="0" y="158148"/>
          <a:ext cx="1016000" cy="809625"/>
        </a:xfrm>
        <a:prstGeom prst="roundRect">
          <a:avLst>
            <a:gd name="adj" fmla="val 10000"/>
          </a:avLst>
        </a:prstGeom>
        <a:solidFill>
          <a:schemeClr val="tx2">
            <a:lumMod val="60000"/>
            <a:lumOff val="4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Enquiry</a:t>
          </a:r>
          <a:endParaRPr lang="en-MY" sz="1600" b="1" kern="1200" dirty="0"/>
        </a:p>
      </dsp:txBody>
      <dsp:txXfrm>
        <a:off x="23713" y="181861"/>
        <a:ext cx="968574" cy="762199"/>
      </dsp:txXfrm>
    </dsp:sp>
    <dsp:sp modelId="{AB20460D-DA26-4E2E-A139-D028CCAF55AD}">
      <dsp:nvSpPr>
        <dsp:cNvPr id="0" name=""/>
        <dsp:cNvSpPr/>
      </dsp:nvSpPr>
      <dsp:spPr>
        <a:xfrm>
          <a:off x="1117599" y="436977"/>
          <a:ext cx="215392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1117599" y="487371"/>
        <a:ext cx="150774" cy="151180"/>
      </dsp:txXfrm>
    </dsp:sp>
    <dsp:sp modelId="{E6CA2E7F-C476-4DC0-ABC5-F86E1BF8444C}">
      <dsp:nvSpPr>
        <dsp:cNvPr id="0" name=""/>
        <dsp:cNvSpPr/>
      </dsp:nvSpPr>
      <dsp:spPr>
        <a:xfrm>
          <a:off x="1422399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Project start</a:t>
          </a:r>
          <a:endParaRPr lang="en-MY" sz="1500" kern="1200" dirty="0"/>
        </a:p>
      </dsp:txBody>
      <dsp:txXfrm>
        <a:off x="1446112" y="181861"/>
        <a:ext cx="968574" cy="762199"/>
      </dsp:txXfrm>
    </dsp:sp>
    <dsp:sp modelId="{ABA857AF-AB5D-4E4B-821C-A807AA71E87C}">
      <dsp:nvSpPr>
        <dsp:cNvPr id="0" name=""/>
        <dsp:cNvSpPr/>
      </dsp:nvSpPr>
      <dsp:spPr>
        <a:xfrm>
          <a:off x="2539999" y="436977"/>
          <a:ext cx="215392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2539999" y="487371"/>
        <a:ext cx="150774" cy="151180"/>
      </dsp:txXfrm>
    </dsp:sp>
    <dsp:sp modelId="{86C01AF0-93E8-4ADC-83AC-41A373352250}">
      <dsp:nvSpPr>
        <dsp:cNvPr id="0" name=""/>
        <dsp:cNvSpPr/>
      </dsp:nvSpPr>
      <dsp:spPr>
        <a:xfrm>
          <a:off x="2844799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Pilot mould fabrication</a:t>
          </a:r>
          <a:endParaRPr lang="en-MY" sz="1500" kern="1200" dirty="0"/>
        </a:p>
      </dsp:txBody>
      <dsp:txXfrm>
        <a:off x="2868512" y="181861"/>
        <a:ext cx="968574" cy="762199"/>
      </dsp:txXfrm>
    </dsp:sp>
    <dsp:sp modelId="{ED9B7062-84BB-4FE1-BC74-951880287B74}">
      <dsp:nvSpPr>
        <dsp:cNvPr id="0" name=""/>
        <dsp:cNvSpPr/>
      </dsp:nvSpPr>
      <dsp:spPr>
        <a:xfrm>
          <a:off x="3962400" y="436977"/>
          <a:ext cx="215391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3962400" y="487371"/>
        <a:ext cx="150774" cy="151180"/>
      </dsp:txXfrm>
    </dsp:sp>
    <dsp:sp modelId="{8DB0ACFA-13DC-4673-B771-43EFDD2EA6D4}">
      <dsp:nvSpPr>
        <dsp:cNvPr id="0" name=""/>
        <dsp:cNvSpPr/>
      </dsp:nvSpPr>
      <dsp:spPr>
        <a:xfrm>
          <a:off x="4267199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New machine purchase</a:t>
          </a:r>
          <a:endParaRPr lang="en-MY" sz="1500" kern="1200" dirty="0"/>
        </a:p>
      </dsp:txBody>
      <dsp:txXfrm>
        <a:off x="4290912" y="181861"/>
        <a:ext cx="968574" cy="762199"/>
      </dsp:txXfrm>
    </dsp:sp>
    <dsp:sp modelId="{B828D57D-E887-4157-AB5D-C6E206B87E0C}">
      <dsp:nvSpPr>
        <dsp:cNvPr id="0" name=""/>
        <dsp:cNvSpPr/>
      </dsp:nvSpPr>
      <dsp:spPr>
        <a:xfrm>
          <a:off x="5384799" y="436977"/>
          <a:ext cx="215392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5384799" y="487371"/>
        <a:ext cx="150774" cy="151180"/>
      </dsp:txXfrm>
    </dsp:sp>
    <dsp:sp modelId="{F239663F-D750-402E-BE24-43C2F55B043C}">
      <dsp:nvSpPr>
        <dsp:cNvPr id="0" name=""/>
        <dsp:cNvSpPr/>
      </dsp:nvSpPr>
      <dsp:spPr>
        <a:xfrm>
          <a:off x="5689599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Product mould fabrication</a:t>
          </a:r>
          <a:endParaRPr lang="en-MY" sz="1500" kern="1200" dirty="0"/>
        </a:p>
      </dsp:txBody>
      <dsp:txXfrm>
        <a:off x="5713312" y="181861"/>
        <a:ext cx="968574" cy="762199"/>
      </dsp:txXfrm>
    </dsp:sp>
    <dsp:sp modelId="{1181609B-8FBE-416A-A346-6E3448FDE3FE}">
      <dsp:nvSpPr>
        <dsp:cNvPr id="0" name=""/>
        <dsp:cNvSpPr/>
      </dsp:nvSpPr>
      <dsp:spPr>
        <a:xfrm>
          <a:off x="6807200" y="436977"/>
          <a:ext cx="215392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6807200" y="487371"/>
        <a:ext cx="150774" cy="151180"/>
      </dsp:txXfrm>
    </dsp:sp>
    <dsp:sp modelId="{9A01FD85-BA05-43FC-9860-165E6A7B029C}">
      <dsp:nvSpPr>
        <dsp:cNvPr id="0" name=""/>
        <dsp:cNvSpPr/>
      </dsp:nvSpPr>
      <dsp:spPr>
        <a:xfrm>
          <a:off x="7112000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Trial Run at JJ</a:t>
          </a:r>
          <a:endParaRPr lang="en-MY" sz="1500" kern="1200" dirty="0"/>
        </a:p>
      </dsp:txBody>
      <dsp:txXfrm>
        <a:off x="7135713" y="181861"/>
        <a:ext cx="968574" cy="7621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87CD05-A919-47BA-A80E-06B17B4DEBC4}">
      <dsp:nvSpPr>
        <dsp:cNvPr id="0" name=""/>
        <dsp:cNvSpPr/>
      </dsp:nvSpPr>
      <dsp:spPr>
        <a:xfrm>
          <a:off x="0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Enquiry</a:t>
          </a:r>
          <a:endParaRPr lang="en-MY" sz="1500" kern="1200" dirty="0"/>
        </a:p>
      </dsp:txBody>
      <dsp:txXfrm>
        <a:off x="23713" y="181861"/>
        <a:ext cx="968574" cy="762199"/>
      </dsp:txXfrm>
    </dsp:sp>
    <dsp:sp modelId="{AB20460D-DA26-4E2E-A139-D028CCAF55AD}">
      <dsp:nvSpPr>
        <dsp:cNvPr id="0" name=""/>
        <dsp:cNvSpPr/>
      </dsp:nvSpPr>
      <dsp:spPr>
        <a:xfrm>
          <a:off x="1117599" y="436977"/>
          <a:ext cx="215392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1117599" y="487371"/>
        <a:ext cx="150774" cy="151180"/>
      </dsp:txXfrm>
    </dsp:sp>
    <dsp:sp modelId="{E6CA2E7F-C476-4DC0-ABC5-F86E1BF8444C}">
      <dsp:nvSpPr>
        <dsp:cNvPr id="0" name=""/>
        <dsp:cNvSpPr/>
      </dsp:nvSpPr>
      <dsp:spPr>
        <a:xfrm>
          <a:off x="1422399" y="158148"/>
          <a:ext cx="1016000" cy="809625"/>
        </a:xfrm>
        <a:prstGeom prst="roundRect">
          <a:avLst>
            <a:gd name="adj" fmla="val 10000"/>
          </a:avLst>
        </a:prstGeom>
        <a:solidFill>
          <a:schemeClr val="tx2">
            <a:lumMod val="60000"/>
            <a:lumOff val="4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Project </a:t>
          </a:r>
          <a:r>
            <a:rPr lang="en-US" sz="1600" b="1" kern="1200" dirty="0"/>
            <a:t>start</a:t>
          </a:r>
          <a:endParaRPr lang="en-MY" sz="1500" b="1" kern="1200" dirty="0"/>
        </a:p>
      </dsp:txBody>
      <dsp:txXfrm>
        <a:off x="1446112" y="181861"/>
        <a:ext cx="968574" cy="762199"/>
      </dsp:txXfrm>
    </dsp:sp>
    <dsp:sp modelId="{ABA857AF-AB5D-4E4B-821C-A807AA71E87C}">
      <dsp:nvSpPr>
        <dsp:cNvPr id="0" name=""/>
        <dsp:cNvSpPr/>
      </dsp:nvSpPr>
      <dsp:spPr>
        <a:xfrm>
          <a:off x="2539999" y="436977"/>
          <a:ext cx="215392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2539999" y="487371"/>
        <a:ext cx="150774" cy="151180"/>
      </dsp:txXfrm>
    </dsp:sp>
    <dsp:sp modelId="{86C01AF0-93E8-4ADC-83AC-41A373352250}">
      <dsp:nvSpPr>
        <dsp:cNvPr id="0" name=""/>
        <dsp:cNvSpPr/>
      </dsp:nvSpPr>
      <dsp:spPr>
        <a:xfrm>
          <a:off x="2844799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Pilot mould fabrication</a:t>
          </a:r>
          <a:endParaRPr lang="en-MY" sz="1500" kern="1200" dirty="0"/>
        </a:p>
      </dsp:txBody>
      <dsp:txXfrm>
        <a:off x="2868512" y="181861"/>
        <a:ext cx="968574" cy="762199"/>
      </dsp:txXfrm>
    </dsp:sp>
    <dsp:sp modelId="{ED9B7062-84BB-4FE1-BC74-951880287B74}">
      <dsp:nvSpPr>
        <dsp:cNvPr id="0" name=""/>
        <dsp:cNvSpPr/>
      </dsp:nvSpPr>
      <dsp:spPr>
        <a:xfrm>
          <a:off x="3962400" y="436977"/>
          <a:ext cx="215391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3962400" y="487371"/>
        <a:ext cx="150774" cy="151180"/>
      </dsp:txXfrm>
    </dsp:sp>
    <dsp:sp modelId="{8DB0ACFA-13DC-4673-B771-43EFDD2EA6D4}">
      <dsp:nvSpPr>
        <dsp:cNvPr id="0" name=""/>
        <dsp:cNvSpPr/>
      </dsp:nvSpPr>
      <dsp:spPr>
        <a:xfrm>
          <a:off x="4267199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New machine purchase</a:t>
          </a:r>
          <a:endParaRPr lang="en-MY" sz="1500" kern="1200" dirty="0"/>
        </a:p>
      </dsp:txBody>
      <dsp:txXfrm>
        <a:off x="4290912" y="181861"/>
        <a:ext cx="968574" cy="762199"/>
      </dsp:txXfrm>
    </dsp:sp>
    <dsp:sp modelId="{B828D57D-E887-4157-AB5D-C6E206B87E0C}">
      <dsp:nvSpPr>
        <dsp:cNvPr id="0" name=""/>
        <dsp:cNvSpPr/>
      </dsp:nvSpPr>
      <dsp:spPr>
        <a:xfrm>
          <a:off x="5384799" y="436977"/>
          <a:ext cx="215392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5384799" y="487371"/>
        <a:ext cx="150774" cy="151180"/>
      </dsp:txXfrm>
    </dsp:sp>
    <dsp:sp modelId="{F239663F-D750-402E-BE24-43C2F55B043C}">
      <dsp:nvSpPr>
        <dsp:cNvPr id="0" name=""/>
        <dsp:cNvSpPr/>
      </dsp:nvSpPr>
      <dsp:spPr>
        <a:xfrm>
          <a:off x="5689599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Product mould fabrication</a:t>
          </a:r>
          <a:endParaRPr lang="en-MY" sz="1500" kern="1200" dirty="0"/>
        </a:p>
      </dsp:txBody>
      <dsp:txXfrm>
        <a:off x="5713312" y="181861"/>
        <a:ext cx="968574" cy="762199"/>
      </dsp:txXfrm>
    </dsp:sp>
    <dsp:sp modelId="{1181609B-8FBE-416A-A346-6E3448FDE3FE}">
      <dsp:nvSpPr>
        <dsp:cNvPr id="0" name=""/>
        <dsp:cNvSpPr/>
      </dsp:nvSpPr>
      <dsp:spPr>
        <a:xfrm>
          <a:off x="6807200" y="436977"/>
          <a:ext cx="215392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6807200" y="487371"/>
        <a:ext cx="150774" cy="151180"/>
      </dsp:txXfrm>
    </dsp:sp>
    <dsp:sp modelId="{9A01FD85-BA05-43FC-9860-165E6A7B029C}">
      <dsp:nvSpPr>
        <dsp:cNvPr id="0" name=""/>
        <dsp:cNvSpPr/>
      </dsp:nvSpPr>
      <dsp:spPr>
        <a:xfrm>
          <a:off x="7112000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Trial Run at JJ</a:t>
          </a:r>
          <a:endParaRPr lang="en-MY" sz="1500" kern="1200" dirty="0"/>
        </a:p>
      </dsp:txBody>
      <dsp:txXfrm>
        <a:off x="7135713" y="181861"/>
        <a:ext cx="968574" cy="76219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87CD05-A919-47BA-A80E-06B17B4DEBC4}">
      <dsp:nvSpPr>
        <dsp:cNvPr id="0" name=""/>
        <dsp:cNvSpPr/>
      </dsp:nvSpPr>
      <dsp:spPr>
        <a:xfrm>
          <a:off x="0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Enquiry</a:t>
          </a:r>
          <a:endParaRPr lang="en-MY" sz="1500" kern="1200" dirty="0"/>
        </a:p>
      </dsp:txBody>
      <dsp:txXfrm>
        <a:off x="23713" y="181861"/>
        <a:ext cx="968574" cy="762199"/>
      </dsp:txXfrm>
    </dsp:sp>
    <dsp:sp modelId="{AB20460D-DA26-4E2E-A139-D028CCAF55AD}">
      <dsp:nvSpPr>
        <dsp:cNvPr id="0" name=""/>
        <dsp:cNvSpPr/>
      </dsp:nvSpPr>
      <dsp:spPr>
        <a:xfrm>
          <a:off x="1117599" y="436977"/>
          <a:ext cx="215392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1117599" y="487371"/>
        <a:ext cx="150774" cy="151180"/>
      </dsp:txXfrm>
    </dsp:sp>
    <dsp:sp modelId="{E6CA2E7F-C476-4DC0-ABC5-F86E1BF8444C}">
      <dsp:nvSpPr>
        <dsp:cNvPr id="0" name=""/>
        <dsp:cNvSpPr/>
      </dsp:nvSpPr>
      <dsp:spPr>
        <a:xfrm>
          <a:off x="1422399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Project start</a:t>
          </a:r>
          <a:endParaRPr lang="en-MY" sz="1500" kern="1200" dirty="0"/>
        </a:p>
      </dsp:txBody>
      <dsp:txXfrm>
        <a:off x="1446112" y="181861"/>
        <a:ext cx="968574" cy="762199"/>
      </dsp:txXfrm>
    </dsp:sp>
    <dsp:sp modelId="{ABA857AF-AB5D-4E4B-821C-A807AA71E87C}">
      <dsp:nvSpPr>
        <dsp:cNvPr id="0" name=""/>
        <dsp:cNvSpPr/>
      </dsp:nvSpPr>
      <dsp:spPr>
        <a:xfrm>
          <a:off x="2539999" y="436977"/>
          <a:ext cx="215392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2539999" y="487371"/>
        <a:ext cx="150774" cy="151180"/>
      </dsp:txXfrm>
    </dsp:sp>
    <dsp:sp modelId="{86C01AF0-93E8-4ADC-83AC-41A373352250}">
      <dsp:nvSpPr>
        <dsp:cNvPr id="0" name=""/>
        <dsp:cNvSpPr/>
      </dsp:nvSpPr>
      <dsp:spPr>
        <a:xfrm>
          <a:off x="2844799" y="158148"/>
          <a:ext cx="1016000" cy="809625"/>
        </a:xfrm>
        <a:prstGeom prst="roundRect">
          <a:avLst>
            <a:gd name="adj" fmla="val 10000"/>
          </a:avLst>
        </a:prstGeom>
        <a:solidFill>
          <a:schemeClr val="tx2">
            <a:lumMod val="60000"/>
            <a:lumOff val="4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Pilot </a:t>
          </a:r>
          <a:r>
            <a:rPr lang="en-US" sz="1500" kern="1200" dirty="0" err="1"/>
            <a:t>mould</a:t>
          </a:r>
          <a:r>
            <a:rPr lang="en-US" sz="1500" kern="1200" dirty="0"/>
            <a:t> fabrication</a:t>
          </a:r>
          <a:endParaRPr lang="en-MY" sz="1500" kern="1200" dirty="0"/>
        </a:p>
      </dsp:txBody>
      <dsp:txXfrm>
        <a:off x="2868512" y="181861"/>
        <a:ext cx="968574" cy="762199"/>
      </dsp:txXfrm>
    </dsp:sp>
    <dsp:sp modelId="{ED9B7062-84BB-4FE1-BC74-951880287B74}">
      <dsp:nvSpPr>
        <dsp:cNvPr id="0" name=""/>
        <dsp:cNvSpPr/>
      </dsp:nvSpPr>
      <dsp:spPr>
        <a:xfrm>
          <a:off x="3962400" y="436977"/>
          <a:ext cx="215391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3962400" y="487371"/>
        <a:ext cx="150774" cy="151180"/>
      </dsp:txXfrm>
    </dsp:sp>
    <dsp:sp modelId="{8DB0ACFA-13DC-4673-B771-43EFDD2EA6D4}">
      <dsp:nvSpPr>
        <dsp:cNvPr id="0" name=""/>
        <dsp:cNvSpPr/>
      </dsp:nvSpPr>
      <dsp:spPr>
        <a:xfrm>
          <a:off x="4267199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New machine purchase</a:t>
          </a:r>
          <a:endParaRPr lang="en-MY" sz="1500" kern="1200" dirty="0"/>
        </a:p>
      </dsp:txBody>
      <dsp:txXfrm>
        <a:off x="4290912" y="181861"/>
        <a:ext cx="968574" cy="762199"/>
      </dsp:txXfrm>
    </dsp:sp>
    <dsp:sp modelId="{B828D57D-E887-4157-AB5D-C6E206B87E0C}">
      <dsp:nvSpPr>
        <dsp:cNvPr id="0" name=""/>
        <dsp:cNvSpPr/>
      </dsp:nvSpPr>
      <dsp:spPr>
        <a:xfrm>
          <a:off x="5384799" y="436977"/>
          <a:ext cx="215392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5384799" y="487371"/>
        <a:ext cx="150774" cy="151180"/>
      </dsp:txXfrm>
    </dsp:sp>
    <dsp:sp modelId="{F239663F-D750-402E-BE24-43C2F55B043C}">
      <dsp:nvSpPr>
        <dsp:cNvPr id="0" name=""/>
        <dsp:cNvSpPr/>
      </dsp:nvSpPr>
      <dsp:spPr>
        <a:xfrm>
          <a:off x="5689599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Product mould fabrication</a:t>
          </a:r>
          <a:endParaRPr lang="en-MY" sz="1500" kern="1200" dirty="0"/>
        </a:p>
      </dsp:txBody>
      <dsp:txXfrm>
        <a:off x="5713312" y="181861"/>
        <a:ext cx="968574" cy="762199"/>
      </dsp:txXfrm>
    </dsp:sp>
    <dsp:sp modelId="{1181609B-8FBE-416A-A346-6E3448FDE3FE}">
      <dsp:nvSpPr>
        <dsp:cNvPr id="0" name=""/>
        <dsp:cNvSpPr/>
      </dsp:nvSpPr>
      <dsp:spPr>
        <a:xfrm>
          <a:off x="6807200" y="436977"/>
          <a:ext cx="215392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6807200" y="487371"/>
        <a:ext cx="150774" cy="151180"/>
      </dsp:txXfrm>
    </dsp:sp>
    <dsp:sp modelId="{9A01FD85-BA05-43FC-9860-165E6A7B029C}">
      <dsp:nvSpPr>
        <dsp:cNvPr id="0" name=""/>
        <dsp:cNvSpPr/>
      </dsp:nvSpPr>
      <dsp:spPr>
        <a:xfrm>
          <a:off x="7112000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Trial Run at JJ</a:t>
          </a:r>
          <a:endParaRPr lang="en-MY" sz="1500" kern="1200" dirty="0"/>
        </a:p>
      </dsp:txBody>
      <dsp:txXfrm>
        <a:off x="7135713" y="181861"/>
        <a:ext cx="968574" cy="76219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87CD05-A919-47BA-A80E-06B17B4DEBC4}">
      <dsp:nvSpPr>
        <dsp:cNvPr id="0" name=""/>
        <dsp:cNvSpPr/>
      </dsp:nvSpPr>
      <dsp:spPr>
        <a:xfrm>
          <a:off x="0" y="135824"/>
          <a:ext cx="1016000" cy="8542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Enquiry</a:t>
          </a:r>
          <a:endParaRPr lang="en-MY" sz="1500" kern="1200" dirty="0"/>
        </a:p>
      </dsp:txBody>
      <dsp:txXfrm>
        <a:off x="25021" y="160845"/>
        <a:ext cx="965958" cy="804231"/>
      </dsp:txXfrm>
    </dsp:sp>
    <dsp:sp modelId="{AB20460D-DA26-4E2E-A139-D028CCAF55AD}">
      <dsp:nvSpPr>
        <dsp:cNvPr id="0" name=""/>
        <dsp:cNvSpPr/>
      </dsp:nvSpPr>
      <dsp:spPr>
        <a:xfrm>
          <a:off x="1117599" y="436977"/>
          <a:ext cx="215392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1117599" y="487371"/>
        <a:ext cx="150774" cy="151180"/>
      </dsp:txXfrm>
    </dsp:sp>
    <dsp:sp modelId="{E6CA2E7F-C476-4DC0-ABC5-F86E1BF8444C}">
      <dsp:nvSpPr>
        <dsp:cNvPr id="0" name=""/>
        <dsp:cNvSpPr/>
      </dsp:nvSpPr>
      <dsp:spPr>
        <a:xfrm>
          <a:off x="1422399" y="135824"/>
          <a:ext cx="1016000" cy="8542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Project start</a:t>
          </a:r>
          <a:endParaRPr lang="en-MY" sz="1500" kern="1200" dirty="0"/>
        </a:p>
      </dsp:txBody>
      <dsp:txXfrm>
        <a:off x="1447420" y="160845"/>
        <a:ext cx="965958" cy="804231"/>
      </dsp:txXfrm>
    </dsp:sp>
    <dsp:sp modelId="{ABA857AF-AB5D-4E4B-821C-A807AA71E87C}">
      <dsp:nvSpPr>
        <dsp:cNvPr id="0" name=""/>
        <dsp:cNvSpPr/>
      </dsp:nvSpPr>
      <dsp:spPr>
        <a:xfrm>
          <a:off x="2539999" y="436977"/>
          <a:ext cx="215392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2539999" y="487371"/>
        <a:ext cx="150774" cy="151180"/>
      </dsp:txXfrm>
    </dsp:sp>
    <dsp:sp modelId="{86C01AF0-93E8-4ADC-83AC-41A373352250}">
      <dsp:nvSpPr>
        <dsp:cNvPr id="0" name=""/>
        <dsp:cNvSpPr/>
      </dsp:nvSpPr>
      <dsp:spPr>
        <a:xfrm>
          <a:off x="2844799" y="135824"/>
          <a:ext cx="1016000" cy="8542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Pilot mould fabrication</a:t>
          </a:r>
          <a:endParaRPr lang="en-MY" sz="1500" kern="1200" dirty="0"/>
        </a:p>
      </dsp:txBody>
      <dsp:txXfrm>
        <a:off x="2869820" y="160845"/>
        <a:ext cx="965958" cy="804231"/>
      </dsp:txXfrm>
    </dsp:sp>
    <dsp:sp modelId="{ED9B7062-84BB-4FE1-BC74-951880287B74}">
      <dsp:nvSpPr>
        <dsp:cNvPr id="0" name=""/>
        <dsp:cNvSpPr/>
      </dsp:nvSpPr>
      <dsp:spPr>
        <a:xfrm>
          <a:off x="3962400" y="436977"/>
          <a:ext cx="215391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3962400" y="487371"/>
        <a:ext cx="150774" cy="151180"/>
      </dsp:txXfrm>
    </dsp:sp>
    <dsp:sp modelId="{8DB0ACFA-13DC-4673-B771-43EFDD2EA6D4}">
      <dsp:nvSpPr>
        <dsp:cNvPr id="0" name=""/>
        <dsp:cNvSpPr/>
      </dsp:nvSpPr>
      <dsp:spPr>
        <a:xfrm>
          <a:off x="4267199" y="135824"/>
          <a:ext cx="1016000" cy="854273"/>
        </a:xfrm>
        <a:prstGeom prst="roundRect">
          <a:avLst>
            <a:gd name="adj" fmla="val 10000"/>
          </a:avLst>
        </a:prstGeom>
        <a:solidFill>
          <a:schemeClr val="tx2">
            <a:lumMod val="60000"/>
            <a:lumOff val="4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New machine purchase</a:t>
          </a:r>
          <a:endParaRPr lang="en-MY" sz="1600" b="1" kern="1200" dirty="0"/>
        </a:p>
      </dsp:txBody>
      <dsp:txXfrm>
        <a:off x="4292220" y="160845"/>
        <a:ext cx="965958" cy="804231"/>
      </dsp:txXfrm>
    </dsp:sp>
    <dsp:sp modelId="{B828D57D-E887-4157-AB5D-C6E206B87E0C}">
      <dsp:nvSpPr>
        <dsp:cNvPr id="0" name=""/>
        <dsp:cNvSpPr/>
      </dsp:nvSpPr>
      <dsp:spPr>
        <a:xfrm>
          <a:off x="5384799" y="436977"/>
          <a:ext cx="215392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5384799" y="487371"/>
        <a:ext cx="150774" cy="151180"/>
      </dsp:txXfrm>
    </dsp:sp>
    <dsp:sp modelId="{F239663F-D750-402E-BE24-43C2F55B043C}">
      <dsp:nvSpPr>
        <dsp:cNvPr id="0" name=""/>
        <dsp:cNvSpPr/>
      </dsp:nvSpPr>
      <dsp:spPr>
        <a:xfrm>
          <a:off x="5689599" y="135824"/>
          <a:ext cx="1016000" cy="8542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Product mould fabrication</a:t>
          </a:r>
          <a:endParaRPr lang="en-MY" sz="1500" kern="1200" dirty="0"/>
        </a:p>
      </dsp:txBody>
      <dsp:txXfrm>
        <a:off x="5714620" y="160845"/>
        <a:ext cx="965958" cy="804231"/>
      </dsp:txXfrm>
    </dsp:sp>
    <dsp:sp modelId="{1181609B-8FBE-416A-A346-6E3448FDE3FE}">
      <dsp:nvSpPr>
        <dsp:cNvPr id="0" name=""/>
        <dsp:cNvSpPr/>
      </dsp:nvSpPr>
      <dsp:spPr>
        <a:xfrm>
          <a:off x="6807200" y="436977"/>
          <a:ext cx="215392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6807200" y="487371"/>
        <a:ext cx="150774" cy="151180"/>
      </dsp:txXfrm>
    </dsp:sp>
    <dsp:sp modelId="{9A01FD85-BA05-43FC-9860-165E6A7B029C}">
      <dsp:nvSpPr>
        <dsp:cNvPr id="0" name=""/>
        <dsp:cNvSpPr/>
      </dsp:nvSpPr>
      <dsp:spPr>
        <a:xfrm>
          <a:off x="7112000" y="135824"/>
          <a:ext cx="1016000" cy="85427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Trial Run at JJ</a:t>
          </a:r>
          <a:endParaRPr lang="en-MY" sz="1500" kern="1200" dirty="0"/>
        </a:p>
      </dsp:txBody>
      <dsp:txXfrm>
        <a:off x="7137021" y="160845"/>
        <a:ext cx="965958" cy="80423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87CD05-A919-47BA-A80E-06B17B4DEBC4}">
      <dsp:nvSpPr>
        <dsp:cNvPr id="0" name=""/>
        <dsp:cNvSpPr/>
      </dsp:nvSpPr>
      <dsp:spPr>
        <a:xfrm>
          <a:off x="0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Enquiry</a:t>
          </a:r>
          <a:endParaRPr lang="en-MY" sz="1500" kern="1200" dirty="0"/>
        </a:p>
      </dsp:txBody>
      <dsp:txXfrm>
        <a:off x="23713" y="181861"/>
        <a:ext cx="968574" cy="762199"/>
      </dsp:txXfrm>
    </dsp:sp>
    <dsp:sp modelId="{AB20460D-DA26-4E2E-A139-D028CCAF55AD}">
      <dsp:nvSpPr>
        <dsp:cNvPr id="0" name=""/>
        <dsp:cNvSpPr/>
      </dsp:nvSpPr>
      <dsp:spPr>
        <a:xfrm>
          <a:off x="1117599" y="436977"/>
          <a:ext cx="215392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1117599" y="487371"/>
        <a:ext cx="150774" cy="151180"/>
      </dsp:txXfrm>
    </dsp:sp>
    <dsp:sp modelId="{E6CA2E7F-C476-4DC0-ABC5-F86E1BF8444C}">
      <dsp:nvSpPr>
        <dsp:cNvPr id="0" name=""/>
        <dsp:cNvSpPr/>
      </dsp:nvSpPr>
      <dsp:spPr>
        <a:xfrm>
          <a:off x="1422399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Project start</a:t>
          </a:r>
          <a:endParaRPr lang="en-MY" sz="1500" kern="1200" dirty="0"/>
        </a:p>
      </dsp:txBody>
      <dsp:txXfrm>
        <a:off x="1446112" y="181861"/>
        <a:ext cx="968574" cy="762199"/>
      </dsp:txXfrm>
    </dsp:sp>
    <dsp:sp modelId="{ABA857AF-AB5D-4E4B-821C-A807AA71E87C}">
      <dsp:nvSpPr>
        <dsp:cNvPr id="0" name=""/>
        <dsp:cNvSpPr/>
      </dsp:nvSpPr>
      <dsp:spPr>
        <a:xfrm>
          <a:off x="2539999" y="436977"/>
          <a:ext cx="215392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2539999" y="487371"/>
        <a:ext cx="150774" cy="151180"/>
      </dsp:txXfrm>
    </dsp:sp>
    <dsp:sp modelId="{86C01AF0-93E8-4ADC-83AC-41A373352250}">
      <dsp:nvSpPr>
        <dsp:cNvPr id="0" name=""/>
        <dsp:cNvSpPr/>
      </dsp:nvSpPr>
      <dsp:spPr>
        <a:xfrm>
          <a:off x="2844799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Pilot mould fabrication</a:t>
          </a:r>
          <a:endParaRPr lang="en-MY" sz="1500" kern="1200" dirty="0"/>
        </a:p>
      </dsp:txBody>
      <dsp:txXfrm>
        <a:off x="2868512" y="181861"/>
        <a:ext cx="968574" cy="762199"/>
      </dsp:txXfrm>
    </dsp:sp>
    <dsp:sp modelId="{ED9B7062-84BB-4FE1-BC74-951880287B74}">
      <dsp:nvSpPr>
        <dsp:cNvPr id="0" name=""/>
        <dsp:cNvSpPr/>
      </dsp:nvSpPr>
      <dsp:spPr>
        <a:xfrm>
          <a:off x="3962400" y="436977"/>
          <a:ext cx="215391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3962400" y="487371"/>
        <a:ext cx="150774" cy="151180"/>
      </dsp:txXfrm>
    </dsp:sp>
    <dsp:sp modelId="{8DB0ACFA-13DC-4673-B771-43EFDD2EA6D4}">
      <dsp:nvSpPr>
        <dsp:cNvPr id="0" name=""/>
        <dsp:cNvSpPr/>
      </dsp:nvSpPr>
      <dsp:spPr>
        <a:xfrm>
          <a:off x="4267199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New machine purchase</a:t>
          </a:r>
          <a:endParaRPr lang="en-MY" sz="1500" kern="1200" dirty="0"/>
        </a:p>
      </dsp:txBody>
      <dsp:txXfrm>
        <a:off x="4290912" y="181861"/>
        <a:ext cx="968574" cy="762199"/>
      </dsp:txXfrm>
    </dsp:sp>
    <dsp:sp modelId="{B828D57D-E887-4157-AB5D-C6E206B87E0C}">
      <dsp:nvSpPr>
        <dsp:cNvPr id="0" name=""/>
        <dsp:cNvSpPr/>
      </dsp:nvSpPr>
      <dsp:spPr>
        <a:xfrm>
          <a:off x="5384799" y="436977"/>
          <a:ext cx="215392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5384799" y="487371"/>
        <a:ext cx="150774" cy="151180"/>
      </dsp:txXfrm>
    </dsp:sp>
    <dsp:sp modelId="{F239663F-D750-402E-BE24-43C2F55B043C}">
      <dsp:nvSpPr>
        <dsp:cNvPr id="0" name=""/>
        <dsp:cNvSpPr/>
      </dsp:nvSpPr>
      <dsp:spPr>
        <a:xfrm>
          <a:off x="5689599" y="158148"/>
          <a:ext cx="1016000" cy="809625"/>
        </a:xfrm>
        <a:prstGeom prst="roundRect">
          <a:avLst>
            <a:gd name="adj" fmla="val 10000"/>
          </a:avLst>
        </a:prstGeom>
        <a:solidFill>
          <a:schemeClr val="tx2">
            <a:lumMod val="60000"/>
            <a:lumOff val="4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Product </a:t>
          </a:r>
          <a:r>
            <a:rPr lang="en-US" sz="1400" b="1" kern="1200" dirty="0" err="1"/>
            <a:t>mould</a:t>
          </a:r>
          <a:r>
            <a:rPr lang="en-US" sz="1400" b="1" kern="1200" dirty="0"/>
            <a:t> fabrication</a:t>
          </a:r>
          <a:endParaRPr lang="en-MY" sz="1400" b="1" kern="1200" dirty="0"/>
        </a:p>
      </dsp:txBody>
      <dsp:txXfrm>
        <a:off x="5713312" y="181861"/>
        <a:ext cx="968574" cy="762199"/>
      </dsp:txXfrm>
    </dsp:sp>
    <dsp:sp modelId="{1181609B-8FBE-416A-A346-6E3448FDE3FE}">
      <dsp:nvSpPr>
        <dsp:cNvPr id="0" name=""/>
        <dsp:cNvSpPr/>
      </dsp:nvSpPr>
      <dsp:spPr>
        <a:xfrm>
          <a:off x="6807200" y="436977"/>
          <a:ext cx="215392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6807200" y="487371"/>
        <a:ext cx="150774" cy="151180"/>
      </dsp:txXfrm>
    </dsp:sp>
    <dsp:sp modelId="{9A01FD85-BA05-43FC-9860-165E6A7B029C}">
      <dsp:nvSpPr>
        <dsp:cNvPr id="0" name=""/>
        <dsp:cNvSpPr/>
      </dsp:nvSpPr>
      <dsp:spPr>
        <a:xfrm>
          <a:off x="7112000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Trial Run at JJ</a:t>
          </a:r>
          <a:endParaRPr lang="en-MY" sz="1500" kern="1200" dirty="0"/>
        </a:p>
      </dsp:txBody>
      <dsp:txXfrm>
        <a:off x="7135713" y="181861"/>
        <a:ext cx="968574" cy="76219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87CD05-A919-47BA-A80E-06B17B4DEBC4}">
      <dsp:nvSpPr>
        <dsp:cNvPr id="0" name=""/>
        <dsp:cNvSpPr/>
      </dsp:nvSpPr>
      <dsp:spPr>
        <a:xfrm>
          <a:off x="0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Enquiry</a:t>
          </a:r>
          <a:endParaRPr lang="en-MY" sz="1500" kern="1200" dirty="0"/>
        </a:p>
      </dsp:txBody>
      <dsp:txXfrm>
        <a:off x="23713" y="181861"/>
        <a:ext cx="968574" cy="762199"/>
      </dsp:txXfrm>
    </dsp:sp>
    <dsp:sp modelId="{AB20460D-DA26-4E2E-A139-D028CCAF55AD}">
      <dsp:nvSpPr>
        <dsp:cNvPr id="0" name=""/>
        <dsp:cNvSpPr/>
      </dsp:nvSpPr>
      <dsp:spPr>
        <a:xfrm>
          <a:off x="1117599" y="436977"/>
          <a:ext cx="215392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1117599" y="487371"/>
        <a:ext cx="150774" cy="151180"/>
      </dsp:txXfrm>
    </dsp:sp>
    <dsp:sp modelId="{E6CA2E7F-C476-4DC0-ABC5-F86E1BF8444C}">
      <dsp:nvSpPr>
        <dsp:cNvPr id="0" name=""/>
        <dsp:cNvSpPr/>
      </dsp:nvSpPr>
      <dsp:spPr>
        <a:xfrm>
          <a:off x="1422399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Project start</a:t>
          </a:r>
          <a:endParaRPr lang="en-MY" sz="1500" kern="1200" dirty="0"/>
        </a:p>
      </dsp:txBody>
      <dsp:txXfrm>
        <a:off x="1446112" y="181861"/>
        <a:ext cx="968574" cy="762199"/>
      </dsp:txXfrm>
    </dsp:sp>
    <dsp:sp modelId="{ABA857AF-AB5D-4E4B-821C-A807AA71E87C}">
      <dsp:nvSpPr>
        <dsp:cNvPr id="0" name=""/>
        <dsp:cNvSpPr/>
      </dsp:nvSpPr>
      <dsp:spPr>
        <a:xfrm>
          <a:off x="2539999" y="436977"/>
          <a:ext cx="215392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2539999" y="487371"/>
        <a:ext cx="150774" cy="151180"/>
      </dsp:txXfrm>
    </dsp:sp>
    <dsp:sp modelId="{86C01AF0-93E8-4ADC-83AC-41A373352250}">
      <dsp:nvSpPr>
        <dsp:cNvPr id="0" name=""/>
        <dsp:cNvSpPr/>
      </dsp:nvSpPr>
      <dsp:spPr>
        <a:xfrm>
          <a:off x="2844799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Pilot mould fabrication</a:t>
          </a:r>
          <a:endParaRPr lang="en-MY" sz="1500" kern="1200" dirty="0"/>
        </a:p>
      </dsp:txBody>
      <dsp:txXfrm>
        <a:off x="2868512" y="181861"/>
        <a:ext cx="968574" cy="762199"/>
      </dsp:txXfrm>
    </dsp:sp>
    <dsp:sp modelId="{ED9B7062-84BB-4FE1-BC74-951880287B74}">
      <dsp:nvSpPr>
        <dsp:cNvPr id="0" name=""/>
        <dsp:cNvSpPr/>
      </dsp:nvSpPr>
      <dsp:spPr>
        <a:xfrm>
          <a:off x="3962400" y="436977"/>
          <a:ext cx="215391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3962400" y="487371"/>
        <a:ext cx="150774" cy="151180"/>
      </dsp:txXfrm>
    </dsp:sp>
    <dsp:sp modelId="{8DB0ACFA-13DC-4673-B771-43EFDD2EA6D4}">
      <dsp:nvSpPr>
        <dsp:cNvPr id="0" name=""/>
        <dsp:cNvSpPr/>
      </dsp:nvSpPr>
      <dsp:spPr>
        <a:xfrm>
          <a:off x="4267199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New machine purchase</a:t>
          </a:r>
          <a:endParaRPr lang="en-MY" sz="1500" kern="1200" dirty="0"/>
        </a:p>
      </dsp:txBody>
      <dsp:txXfrm>
        <a:off x="4290912" y="181861"/>
        <a:ext cx="968574" cy="762199"/>
      </dsp:txXfrm>
    </dsp:sp>
    <dsp:sp modelId="{B828D57D-E887-4157-AB5D-C6E206B87E0C}">
      <dsp:nvSpPr>
        <dsp:cNvPr id="0" name=""/>
        <dsp:cNvSpPr/>
      </dsp:nvSpPr>
      <dsp:spPr>
        <a:xfrm>
          <a:off x="5384799" y="436977"/>
          <a:ext cx="215392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5384799" y="487371"/>
        <a:ext cx="150774" cy="151180"/>
      </dsp:txXfrm>
    </dsp:sp>
    <dsp:sp modelId="{F239663F-D750-402E-BE24-43C2F55B043C}">
      <dsp:nvSpPr>
        <dsp:cNvPr id="0" name=""/>
        <dsp:cNvSpPr/>
      </dsp:nvSpPr>
      <dsp:spPr>
        <a:xfrm>
          <a:off x="5689599" y="158148"/>
          <a:ext cx="1016000" cy="8096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Product mould fabrication</a:t>
          </a:r>
          <a:endParaRPr lang="en-MY" sz="1500" kern="1200" dirty="0"/>
        </a:p>
      </dsp:txBody>
      <dsp:txXfrm>
        <a:off x="5713312" y="181861"/>
        <a:ext cx="968574" cy="762199"/>
      </dsp:txXfrm>
    </dsp:sp>
    <dsp:sp modelId="{1181609B-8FBE-416A-A346-6E3448FDE3FE}">
      <dsp:nvSpPr>
        <dsp:cNvPr id="0" name=""/>
        <dsp:cNvSpPr/>
      </dsp:nvSpPr>
      <dsp:spPr>
        <a:xfrm>
          <a:off x="6807200" y="436977"/>
          <a:ext cx="215392" cy="25196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1000" kern="1200">
            <a:solidFill>
              <a:sysClr val="windowText" lastClr="000000"/>
            </a:solidFill>
          </a:endParaRPr>
        </a:p>
      </dsp:txBody>
      <dsp:txXfrm>
        <a:off x="6807200" y="487371"/>
        <a:ext cx="150774" cy="151180"/>
      </dsp:txXfrm>
    </dsp:sp>
    <dsp:sp modelId="{9A01FD85-BA05-43FC-9860-165E6A7B029C}">
      <dsp:nvSpPr>
        <dsp:cNvPr id="0" name=""/>
        <dsp:cNvSpPr/>
      </dsp:nvSpPr>
      <dsp:spPr>
        <a:xfrm>
          <a:off x="7112000" y="158148"/>
          <a:ext cx="1016000" cy="809625"/>
        </a:xfrm>
        <a:prstGeom prst="roundRect">
          <a:avLst>
            <a:gd name="adj" fmla="val 10000"/>
          </a:avLst>
        </a:prstGeom>
        <a:solidFill>
          <a:schemeClr val="tx2">
            <a:lumMod val="60000"/>
            <a:lumOff val="4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Trial Run at JJ</a:t>
          </a:r>
          <a:endParaRPr lang="en-MY" sz="1600" b="1" kern="1200" dirty="0"/>
        </a:p>
      </dsp:txBody>
      <dsp:txXfrm>
        <a:off x="7135713" y="181861"/>
        <a:ext cx="968574" cy="7621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8049" cy="464315"/>
          </a:xfrm>
          <a:prstGeom prst="rect">
            <a:avLst/>
          </a:prstGeom>
        </p:spPr>
        <p:txBody>
          <a:bodyPr vert="horz" lIns="86018" tIns="43009" rIns="86018" bIns="43009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784" y="1"/>
            <a:ext cx="3038049" cy="464315"/>
          </a:xfrm>
          <a:prstGeom prst="rect">
            <a:avLst/>
          </a:prstGeom>
        </p:spPr>
        <p:txBody>
          <a:bodyPr vert="horz" lIns="86018" tIns="43009" rIns="86018" bIns="43009" rtlCol="0"/>
          <a:lstStyle>
            <a:lvl1pPr algn="r">
              <a:defRPr sz="1100"/>
            </a:lvl1pPr>
          </a:lstStyle>
          <a:p>
            <a:fld id="{DEF24AE0-E142-4278-A5F4-7B5636DF849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30643"/>
            <a:ext cx="3038049" cy="464315"/>
          </a:xfrm>
          <a:prstGeom prst="rect">
            <a:avLst/>
          </a:prstGeom>
        </p:spPr>
        <p:txBody>
          <a:bodyPr vert="horz" lIns="86018" tIns="43009" rIns="86018" bIns="43009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784" y="8830643"/>
            <a:ext cx="3038049" cy="464315"/>
          </a:xfrm>
          <a:prstGeom prst="rect">
            <a:avLst/>
          </a:prstGeom>
        </p:spPr>
        <p:txBody>
          <a:bodyPr vert="horz" lIns="86018" tIns="43009" rIns="86018" bIns="43009" rtlCol="0" anchor="b"/>
          <a:lstStyle>
            <a:lvl1pPr algn="r">
              <a:defRPr sz="1100"/>
            </a:lvl1pPr>
          </a:lstStyle>
          <a:p>
            <a:fld id="{8596E297-205D-44AE-962E-9E02B0625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1647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8049" cy="464315"/>
          </a:xfrm>
          <a:prstGeom prst="rect">
            <a:avLst/>
          </a:prstGeom>
        </p:spPr>
        <p:txBody>
          <a:bodyPr vert="horz" wrap="square" lIns="93174" tIns="46587" rIns="93174" bIns="46587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en-MY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784" y="1"/>
            <a:ext cx="3038049" cy="464315"/>
          </a:xfrm>
          <a:prstGeom prst="rect">
            <a:avLst/>
          </a:prstGeom>
        </p:spPr>
        <p:txBody>
          <a:bodyPr vert="horz" wrap="square" lIns="93174" tIns="46587" rIns="93174" bIns="46587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9C789C85-6A12-4C1C-BB70-053A8E48BBD4}" type="datetimeFigureOut">
              <a:rPr lang="en-US" altLang="en-US"/>
              <a:pPr>
                <a:defRPr/>
              </a:pPr>
              <a:t>11/3/2025</a:t>
            </a:fld>
            <a:endParaRPr lang="en-MY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194425" cy="3484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4" tIns="46587" rIns="93174" bIns="46587" rtlCol="0" anchor="ctr"/>
          <a:lstStyle/>
          <a:p>
            <a:pPr lvl="0"/>
            <a:endParaRPr lang="en-MY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727" y="4415321"/>
            <a:ext cx="5608947" cy="4183164"/>
          </a:xfrm>
          <a:prstGeom prst="rect">
            <a:avLst/>
          </a:prstGeom>
        </p:spPr>
        <p:txBody>
          <a:bodyPr vert="horz" wrap="square" lIns="93174" tIns="46587" rIns="93174" bIns="46587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  <a:endParaRPr lang="en-MY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643"/>
            <a:ext cx="3038049" cy="464315"/>
          </a:xfrm>
          <a:prstGeom prst="rect">
            <a:avLst/>
          </a:prstGeom>
        </p:spPr>
        <p:txBody>
          <a:bodyPr vert="horz" wrap="square" lIns="93174" tIns="46587" rIns="93174" bIns="46587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en-MY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784" y="8830643"/>
            <a:ext cx="3038049" cy="464315"/>
          </a:xfrm>
          <a:prstGeom prst="rect">
            <a:avLst/>
          </a:prstGeom>
        </p:spPr>
        <p:txBody>
          <a:bodyPr vert="horz" wrap="square" lIns="93174" tIns="46587" rIns="93174" bIns="46587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9D9CEB3C-D0AE-4C9C-A786-1FCC790722B5}" type="slidenum">
              <a:rPr lang="en-MY" altLang="en-US"/>
              <a:pPr>
                <a:defRPr/>
              </a:pPr>
              <a:t>‹#›</a:t>
            </a:fld>
            <a:endParaRPr lang="en-MY" altLang="en-US"/>
          </a:p>
        </p:txBody>
      </p:sp>
    </p:spTree>
    <p:extLst>
      <p:ext uri="{BB962C8B-B14F-4D97-AF65-F5344CB8AC3E}">
        <p14:creationId xmlns:p14="http://schemas.microsoft.com/office/powerpoint/2010/main" val="26865008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by email? </a:t>
            </a:r>
          </a:p>
          <a:p>
            <a:endParaRPr lang="en-US" dirty="0"/>
          </a:p>
          <a:p>
            <a:r>
              <a:rPr lang="en-US" dirty="0"/>
              <a:t>Gantt chart create any new project? 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9CEB3C-D0AE-4C9C-A786-1FCC790722B5}" type="slidenum">
              <a:rPr lang="en-MY" altLang="en-US" smtClean="0"/>
              <a:pPr>
                <a:defRPr/>
              </a:pPr>
              <a:t>16</a:t>
            </a:fld>
            <a:endParaRPr lang="en-MY" altLang="en-US"/>
          </a:p>
        </p:txBody>
      </p:sp>
    </p:spTree>
    <p:extLst>
      <p:ext uri="{BB962C8B-B14F-4D97-AF65-F5344CB8AC3E}">
        <p14:creationId xmlns:p14="http://schemas.microsoft.com/office/powerpoint/2010/main" val="833077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D69492-4012-46CD-9EAA-D632E5873BE6}" type="datetimeFigureOut">
              <a:rPr lang="en-US" altLang="en-US"/>
              <a:pPr>
                <a:defRPr/>
              </a:pPr>
              <a:t>11/3/2025</a:t>
            </a:fld>
            <a:endParaRPr lang="en-MY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330E00-C1E6-4784-8B7D-151538BDB781}" type="slidenum">
              <a:rPr lang="en-MY" altLang="en-US"/>
              <a:pPr>
                <a:defRPr/>
              </a:pPr>
              <a:t>‹#›</a:t>
            </a:fld>
            <a:endParaRPr lang="en-MY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C80974-F321-4B2D-8B0C-2BFB2D4F4B05}" type="datetimeFigureOut">
              <a:rPr lang="en-US" altLang="en-US"/>
              <a:pPr>
                <a:defRPr/>
              </a:pPr>
              <a:t>11/3/2025</a:t>
            </a:fld>
            <a:endParaRPr lang="en-MY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06BB15-E314-4438-9D7C-3AB4E2592100}" type="slidenum">
              <a:rPr lang="en-MY" altLang="en-US"/>
              <a:pPr>
                <a:defRPr/>
              </a:pPr>
              <a:t>‹#›</a:t>
            </a:fld>
            <a:endParaRPr lang="en-MY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6B589F-17FE-412B-A28F-4A9CFB8A51FE}" type="datetimeFigureOut">
              <a:rPr lang="en-US" altLang="en-US"/>
              <a:pPr>
                <a:defRPr/>
              </a:pPr>
              <a:t>11/3/2025</a:t>
            </a:fld>
            <a:endParaRPr lang="en-MY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99F17C-4074-437E-903E-08A6EA6E3F6A}" type="slidenum">
              <a:rPr lang="en-MY" altLang="en-US"/>
              <a:pPr>
                <a:defRPr/>
              </a:pPr>
              <a:t>‹#›</a:t>
            </a:fld>
            <a:endParaRPr lang="en-MY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41612A-D18D-461A-B846-CE69D221EB9B}" type="datetimeFigureOut">
              <a:rPr lang="en-US" altLang="en-US"/>
              <a:pPr>
                <a:defRPr/>
              </a:pPr>
              <a:t>11/3/2025</a:t>
            </a:fld>
            <a:endParaRPr lang="en-MY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744267-D6ED-42EF-92A1-F19D4A6D7C75}" type="slidenum">
              <a:rPr lang="en-MY" altLang="en-US"/>
              <a:pPr>
                <a:defRPr/>
              </a:pPr>
              <a:t>‹#›</a:t>
            </a:fld>
            <a:endParaRPr lang="en-MY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F6F7D7-62D3-4C4C-8C59-117071F4CCB8}" type="datetimeFigureOut">
              <a:rPr lang="en-US" altLang="en-US"/>
              <a:pPr>
                <a:defRPr/>
              </a:pPr>
              <a:t>11/3/2025</a:t>
            </a:fld>
            <a:endParaRPr lang="en-MY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E474B6-BD2D-4C80-8CD0-BD53022719BA}" type="slidenum">
              <a:rPr lang="en-MY" altLang="en-US"/>
              <a:pPr>
                <a:defRPr/>
              </a:pPr>
              <a:t>‹#›</a:t>
            </a:fld>
            <a:endParaRPr lang="en-MY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3268-65FD-4320-BFBD-B297D83358F1}" type="datetimeFigureOut">
              <a:rPr lang="en-US" altLang="en-US"/>
              <a:pPr>
                <a:defRPr/>
              </a:pPr>
              <a:t>11/3/2025</a:t>
            </a:fld>
            <a:endParaRPr lang="en-MY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EDB7B-D178-489F-B91E-514D48823B9D}" type="slidenum">
              <a:rPr lang="en-MY" altLang="en-US"/>
              <a:pPr>
                <a:defRPr/>
              </a:pPr>
              <a:t>‹#›</a:t>
            </a:fld>
            <a:endParaRPr lang="en-MY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3FEE1B-06F5-41AB-88D7-4055BBBBFAE8}" type="datetimeFigureOut">
              <a:rPr lang="en-US" altLang="en-US"/>
              <a:pPr>
                <a:defRPr/>
              </a:pPr>
              <a:t>11/3/2025</a:t>
            </a:fld>
            <a:endParaRPr lang="en-MY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F2FCAD-F03A-4263-9D17-5DA1628ACD9D}" type="slidenum">
              <a:rPr lang="en-MY" altLang="en-US"/>
              <a:pPr>
                <a:defRPr/>
              </a:pPr>
              <a:t>‹#›</a:t>
            </a:fld>
            <a:endParaRPr lang="en-MY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EE2A3D-6D01-49FD-85D4-E4CF0815092B}" type="datetimeFigureOut">
              <a:rPr lang="en-US" altLang="en-US"/>
              <a:pPr>
                <a:defRPr/>
              </a:pPr>
              <a:t>11/3/2025</a:t>
            </a:fld>
            <a:endParaRPr lang="en-MY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458200-358A-4E1C-A09D-21E17FC1DE6B}" type="slidenum">
              <a:rPr lang="en-MY" altLang="en-US"/>
              <a:pPr>
                <a:defRPr/>
              </a:pPr>
              <a:t>‹#›</a:t>
            </a:fld>
            <a:endParaRPr lang="en-MY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MY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BDCFD1-6FD5-4AF2-A957-EECB073636F9}" type="datetimeFigureOut">
              <a:rPr lang="en-US" altLang="en-US"/>
              <a:pPr>
                <a:defRPr/>
              </a:pPr>
              <a:t>11/3/2025</a:t>
            </a:fld>
            <a:endParaRPr lang="en-MY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47AED-AD3E-469D-A35D-1DC52690383D}" type="slidenum">
              <a:rPr lang="en-MY" altLang="en-US"/>
              <a:pPr>
                <a:defRPr/>
              </a:pPr>
              <a:t>‹#›</a:t>
            </a:fld>
            <a:endParaRPr lang="en-MY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775D97-093E-44DA-9DE0-83797C2F1997}" type="datetimeFigureOut">
              <a:rPr lang="en-US" altLang="en-US"/>
              <a:pPr>
                <a:defRPr/>
              </a:pPr>
              <a:t>11/3/2025</a:t>
            </a:fld>
            <a:endParaRPr lang="en-MY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2E2B8-F4DF-4266-8A80-A26770BE03CF}" type="slidenum">
              <a:rPr lang="en-MY" altLang="en-US"/>
              <a:pPr>
                <a:defRPr/>
              </a:pPr>
              <a:t>‹#›</a:t>
            </a:fld>
            <a:endParaRPr lang="en-MY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8A1DA9-E300-4920-BB03-E8B45FD9B358}" type="datetimeFigureOut">
              <a:rPr lang="en-US" altLang="en-US"/>
              <a:pPr>
                <a:defRPr/>
              </a:pPr>
              <a:t>11/3/2025</a:t>
            </a:fld>
            <a:endParaRPr lang="en-MY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E70122-D4A2-407B-A34B-4763D193EB54}" type="slidenum">
              <a:rPr lang="en-MY" altLang="en-US"/>
              <a:pPr>
                <a:defRPr/>
              </a:pPr>
              <a:t>‹#›</a:t>
            </a:fld>
            <a:endParaRPr lang="en-MY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MY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MY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737DFD21-448B-4D85-A651-2AEA564CB3D1}" type="datetimeFigureOut">
              <a:rPr lang="en-US" altLang="en-US"/>
              <a:pPr>
                <a:defRPr/>
              </a:pPr>
              <a:t>11/3/2025</a:t>
            </a:fld>
            <a:endParaRPr lang="en-MY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en-MY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8CCA1930-A306-4F84-B696-9F20868C776E}" type="slidenum">
              <a:rPr lang="en-MY" altLang="en-US"/>
              <a:pPr>
                <a:defRPr/>
              </a:pPr>
              <a:t>‹#›</a:t>
            </a:fld>
            <a:endParaRPr lang="en-MY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diagramColors" Target="../diagrams/colors1.xml"/><Relationship Id="rId5" Type="http://schemas.openxmlformats.org/officeDocument/2006/relationships/image" Target="../media/image7.svg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6.png"/><Relationship Id="rId9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EF8D9-81F4-C2F1-2A87-2F42F3D2C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82">
            <a:extLst>
              <a:ext uri="{FF2B5EF4-FFF2-40B4-BE49-F238E27FC236}">
                <a16:creationId xmlns:a16="http://schemas.microsoft.com/office/drawing/2014/main" id="{4BB2DFF2-EF21-911E-0A72-FC5BF3259BC1}"/>
              </a:ext>
            </a:extLst>
          </p:cNvPr>
          <p:cNvSpPr txBox="1"/>
          <p:nvPr/>
        </p:nvSpPr>
        <p:spPr>
          <a:xfrm>
            <a:off x="1876927" y="1188874"/>
            <a:ext cx="73061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600" dirty="0">
                <a:latin typeface="+mj-lt"/>
              </a:rPr>
              <a:t>To reduce manual work and lead time for reporting </a:t>
            </a:r>
          </a:p>
          <a:p>
            <a:pPr marL="171450" indent="-171450">
              <a:buFontTx/>
              <a:buChar char="-"/>
            </a:pPr>
            <a:r>
              <a:rPr lang="en-US" sz="1600" dirty="0">
                <a:latin typeface="+mj-lt"/>
              </a:rPr>
              <a:t>To lead NPI project to be more visualize method of reporting.</a:t>
            </a:r>
          </a:p>
          <a:p>
            <a:pPr marL="171450" indent="-171450">
              <a:buFontTx/>
              <a:buChar char="-"/>
            </a:pPr>
            <a:r>
              <a:rPr lang="en-US" sz="1600" dirty="0">
                <a:latin typeface="+mj-lt"/>
              </a:rPr>
              <a:t>To provide project real time progress. 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DACC003-15BA-9069-88FF-D0EE3008F0B7}"/>
              </a:ext>
            </a:extLst>
          </p:cNvPr>
          <p:cNvSpPr txBox="1"/>
          <p:nvPr/>
        </p:nvSpPr>
        <p:spPr>
          <a:xfrm>
            <a:off x="9342138" y="1743837"/>
            <a:ext cx="1301969" cy="3231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500" i="1" dirty="0"/>
              <a:t>Advantages</a:t>
            </a: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952FFBA-45D2-BBFB-5490-B5E4DDADC4BF}"/>
              </a:ext>
            </a:extLst>
          </p:cNvPr>
          <p:cNvSpPr txBox="1"/>
          <p:nvPr/>
        </p:nvSpPr>
        <p:spPr>
          <a:xfrm>
            <a:off x="9330563" y="2181970"/>
            <a:ext cx="2722647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500" dirty="0">
                <a:latin typeface="+mn-lt"/>
              </a:rPr>
              <a:t>Time saving for data key in</a:t>
            </a:r>
          </a:p>
          <a:p>
            <a:pPr marL="171450" indent="-171450">
              <a:buFontTx/>
              <a:buChar char="-"/>
            </a:pPr>
            <a:r>
              <a:rPr lang="en-US" sz="1500" dirty="0">
                <a:latin typeface="+mn-lt"/>
              </a:rPr>
              <a:t>Promote paperless concept</a:t>
            </a:r>
          </a:p>
          <a:p>
            <a:pPr marL="171450" indent="-171450">
              <a:buFontTx/>
              <a:buChar char="-"/>
            </a:pPr>
            <a:r>
              <a:rPr lang="en-US" sz="1500" dirty="0">
                <a:latin typeface="+mn-lt"/>
              </a:rPr>
              <a:t>Provide project real time progress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3AA27B0-DE22-B34E-4A2A-F1FCA930437E}"/>
              </a:ext>
            </a:extLst>
          </p:cNvPr>
          <p:cNvSpPr txBox="1"/>
          <p:nvPr/>
        </p:nvSpPr>
        <p:spPr>
          <a:xfrm>
            <a:off x="9353713" y="3462130"/>
            <a:ext cx="1301969" cy="3231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500" i="1" dirty="0"/>
              <a:t>Challenges</a:t>
            </a: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841149E-79D9-1E80-9B02-670BA73C7004}"/>
              </a:ext>
            </a:extLst>
          </p:cNvPr>
          <p:cNvSpPr txBox="1"/>
          <p:nvPr/>
        </p:nvSpPr>
        <p:spPr>
          <a:xfrm>
            <a:off x="9342138" y="3883183"/>
            <a:ext cx="2722647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sz="1500" dirty="0">
                <a:latin typeface="+mn-lt"/>
                <a:cs typeface="Arial" panose="020B0604020202020204" pitchFamily="34" charset="0"/>
              </a:rPr>
              <a:t>Need to update default setting everytime having new project</a:t>
            </a:r>
          </a:p>
          <a:p>
            <a:pPr marL="171450" indent="-171450">
              <a:buFontTx/>
              <a:buChar char="-"/>
            </a:pPr>
            <a:r>
              <a:rPr lang="en-US" sz="1500" dirty="0">
                <a:latin typeface="+mn-lt"/>
                <a:cs typeface="Arial" panose="020B0604020202020204" pitchFamily="34" charset="0"/>
              </a:rPr>
              <a:t>Some info still need manual key in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4799B79-9EC2-ABC7-FAAD-831464A52893}"/>
              </a:ext>
            </a:extLst>
          </p:cNvPr>
          <p:cNvSpPr txBox="1"/>
          <p:nvPr/>
        </p:nvSpPr>
        <p:spPr>
          <a:xfrm>
            <a:off x="1876927" y="473512"/>
            <a:ext cx="80230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Tx/>
              <a:buChar char="-"/>
            </a:pPr>
            <a:r>
              <a:rPr lang="en-US" sz="1600" dirty="0">
                <a:latin typeface="+mj-lt"/>
              </a:rPr>
              <a:t>Require manual work and longer lead time for report preparation.</a:t>
            </a:r>
          </a:p>
          <a:p>
            <a:pPr marL="171450" lvl="0" indent="-171450">
              <a:buFontTx/>
              <a:buChar char="-"/>
            </a:pPr>
            <a:r>
              <a:rPr lang="en-US" sz="1600" dirty="0">
                <a:latin typeface="+mj-lt"/>
              </a:rPr>
              <a:t>Unknown status of current progress from other departments</a:t>
            </a:r>
            <a:r>
              <a:rPr lang="en-US" sz="1400" dirty="0">
                <a:latin typeface="+mj-lt"/>
              </a:rPr>
              <a:t>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A294CD7-FB52-0F9E-AF4A-BAC7E6F1F6A4}"/>
              </a:ext>
            </a:extLst>
          </p:cNvPr>
          <p:cNvSpPr/>
          <p:nvPr/>
        </p:nvSpPr>
        <p:spPr>
          <a:xfrm>
            <a:off x="808802" y="2439591"/>
            <a:ext cx="1870577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Current input data/ info required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5631125-8905-4C38-B42C-9C246BEB730D}"/>
              </a:ext>
            </a:extLst>
          </p:cNvPr>
          <p:cNvSpPr txBox="1"/>
          <p:nvPr/>
        </p:nvSpPr>
        <p:spPr>
          <a:xfrm>
            <a:off x="9353712" y="5234103"/>
            <a:ext cx="1301969" cy="3231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500" i="1" dirty="0"/>
              <a:t>Resources</a:t>
            </a: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464F5E5-04AE-1471-98CE-C56FF6DE9827}"/>
              </a:ext>
            </a:extLst>
          </p:cNvPr>
          <p:cNvSpPr txBox="1"/>
          <p:nvPr/>
        </p:nvSpPr>
        <p:spPr>
          <a:xfrm>
            <a:off x="9342138" y="5650453"/>
            <a:ext cx="2711072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500" dirty="0">
                <a:latin typeface="+mn-lt"/>
              </a:rPr>
              <a:t>Stable </a:t>
            </a:r>
            <a:r>
              <a:rPr lang="en-US" sz="1500" dirty="0" err="1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rPr>
              <a:t>Wifi</a:t>
            </a:r>
            <a:r>
              <a:rPr lang="en-US" sz="1500" dirty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rPr>
              <a:t> Connection</a:t>
            </a:r>
          </a:p>
          <a:p>
            <a:pPr marL="285750" indent="-285750">
              <a:buFontTx/>
              <a:buChar char="-"/>
            </a:pPr>
            <a:r>
              <a:rPr lang="en-US" sz="1500" dirty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rPr>
              <a:t>Software programming</a:t>
            </a:r>
          </a:p>
          <a:p>
            <a:pPr marL="171450" indent="-171450">
              <a:buFontTx/>
              <a:buChar char="-"/>
            </a:pPr>
            <a:endParaRPr lang="en-US" sz="1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8EF8A44-D128-693E-613F-5CFE8D60E541}"/>
              </a:ext>
            </a:extLst>
          </p:cNvPr>
          <p:cNvSpPr txBox="1"/>
          <p:nvPr/>
        </p:nvSpPr>
        <p:spPr>
          <a:xfrm>
            <a:off x="172595" y="499660"/>
            <a:ext cx="1650120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Problem Statement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36A0B96-C954-625F-F2FA-A03B37B5885A}"/>
              </a:ext>
            </a:extLst>
          </p:cNvPr>
          <p:cNvSpPr txBox="1"/>
          <p:nvPr/>
        </p:nvSpPr>
        <p:spPr>
          <a:xfrm>
            <a:off x="175235" y="1278898"/>
            <a:ext cx="1647480" cy="7078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sz="1200" i="1" dirty="0"/>
          </a:p>
          <a:p>
            <a:pPr algn="ctr"/>
            <a:r>
              <a:rPr lang="en-US" sz="1600" i="1" dirty="0"/>
              <a:t>Objective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83DB1170-EC70-A249-70CD-D462F3554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6426" y="-1"/>
            <a:ext cx="9975573" cy="338554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600" b="1" i="1" dirty="0">
                <a:solidFill>
                  <a:prstClr val="white"/>
                </a:solidFill>
                <a:latin typeface="Times New Roman" pitchFamily="18" charset="0"/>
              </a:rPr>
              <a:t>NPI Project Management Visualization Proposal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A71739C-354A-0462-CDF3-59DFA9CD63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135" b="18278"/>
          <a:stretch>
            <a:fillRect/>
          </a:stretch>
        </p:blipFill>
        <p:spPr bwMode="auto">
          <a:xfrm>
            <a:off x="6351" y="3176"/>
            <a:ext cx="1870576" cy="436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Callout: Right Arrow 25">
            <a:extLst>
              <a:ext uri="{FF2B5EF4-FFF2-40B4-BE49-F238E27FC236}">
                <a16:creationId xmlns:a16="http://schemas.microsoft.com/office/drawing/2014/main" id="{3FF4DEC2-47A2-7D82-6387-8B81DD0AEE0F}"/>
              </a:ext>
            </a:extLst>
          </p:cNvPr>
          <p:cNvSpPr/>
          <p:nvPr/>
        </p:nvSpPr>
        <p:spPr>
          <a:xfrm>
            <a:off x="149178" y="3139534"/>
            <a:ext cx="4273906" cy="3463365"/>
          </a:xfrm>
          <a:prstGeom prst="rightArrowCallout">
            <a:avLst>
              <a:gd name="adj1" fmla="val 11842"/>
              <a:gd name="adj2" fmla="val 16959"/>
              <a:gd name="adj3" fmla="val 17204"/>
              <a:gd name="adj4" fmla="val 76567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Sales Enquiry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ysClr val="windowText" lastClr="000000"/>
                </a:solidFill>
              </a:rPr>
              <a:t>Customer Info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ysClr val="windowText" lastClr="000000"/>
                </a:solidFill>
              </a:rPr>
              <a:t>DFM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PO issuance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Payment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ysClr val="windowText" lastClr="000000"/>
                </a:solidFill>
              </a:rPr>
              <a:t>Moulds Fabrication Progress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Testing/ Trial schedule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ysClr val="windowText" lastClr="000000"/>
              </a:solidFill>
            </a:endParaRPr>
          </a:p>
          <a:p>
            <a:endParaRPr lang="en-US" sz="1500" dirty="0">
              <a:solidFill>
                <a:sysClr val="windowText" lastClr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ysClr val="windowText" lastClr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ysClr val="windowText" lastClr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ysClr val="windowText" lastClr="000000"/>
                </a:solidFill>
              </a:rPr>
              <a:t>Report from NPI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FAI report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ysClr val="windowText" lastClr="000000"/>
                </a:solidFill>
              </a:rPr>
              <a:t>Packing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ysClr val="windowText" lastClr="000000"/>
                </a:solidFill>
              </a:rPr>
              <a:t>Customer update after samples submission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ysClr val="windowText" lastClr="000000"/>
                </a:solidFill>
              </a:rPr>
              <a:t>Customer approval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ysClr val="windowText" lastClr="000000"/>
                </a:solidFill>
              </a:rPr>
              <a:t>Others</a:t>
            </a:r>
            <a:endParaRPr lang="en-MY" sz="1500" dirty="0">
              <a:solidFill>
                <a:sysClr val="windowText" lastClr="00000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14C241-F9D9-25CE-F46C-65789AFCB70E}"/>
              </a:ext>
            </a:extLst>
          </p:cNvPr>
          <p:cNvSpPr/>
          <p:nvPr/>
        </p:nvSpPr>
        <p:spPr>
          <a:xfrm>
            <a:off x="198863" y="5998612"/>
            <a:ext cx="3090456" cy="7194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i="1" dirty="0">
                <a:solidFill>
                  <a:srgbClr val="002060"/>
                </a:solidFill>
              </a:rPr>
              <a:t>*</a:t>
            </a:r>
            <a:r>
              <a:rPr lang="en-US" sz="1400" i="1" dirty="0"/>
              <a:t> </a:t>
            </a:r>
            <a:r>
              <a:rPr lang="en-US" sz="14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Can be linked from system</a:t>
            </a:r>
          </a:p>
          <a:p>
            <a:r>
              <a:rPr lang="en-US" sz="1400" i="1" dirty="0">
                <a:solidFill>
                  <a:srgbClr val="002060"/>
                </a:solidFill>
              </a:rPr>
              <a:t>*</a:t>
            </a:r>
            <a:r>
              <a:rPr lang="en-US" sz="1400" i="1" dirty="0"/>
              <a:t> </a:t>
            </a:r>
            <a:r>
              <a:rPr lang="en-US" sz="1400" i="1" dirty="0">
                <a:solidFill>
                  <a:schemeClr val="tx1"/>
                </a:solidFill>
              </a:rPr>
              <a:t>Need to update manually</a:t>
            </a:r>
            <a:endParaRPr lang="en-MY" sz="1400" i="1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2973DB0-3E48-9AB0-E8AD-3EEE7F70255A}"/>
              </a:ext>
            </a:extLst>
          </p:cNvPr>
          <p:cNvSpPr/>
          <p:nvPr/>
        </p:nvSpPr>
        <p:spPr>
          <a:xfrm>
            <a:off x="5800659" y="2399912"/>
            <a:ext cx="1870577" cy="58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Expected Outcome</a:t>
            </a:r>
          </a:p>
          <a:p>
            <a:pPr algn="ctr"/>
            <a:endParaRPr lang="en-US" sz="1600" i="1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9E95237-0982-4572-071D-35EE0466591B}"/>
              </a:ext>
            </a:extLst>
          </p:cNvPr>
          <p:cNvGrpSpPr/>
          <p:nvPr/>
        </p:nvGrpSpPr>
        <p:grpSpPr>
          <a:xfrm>
            <a:off x="4557531" y="3148255"/>
            <a:ext cx="4490930" cy="3300089"/>
            <a:chOff x="4557531" y="3134745"/>
            <a:chExt cx="4490930" cy="3300089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3225413-D226-0251-5C56-C1713E1C77FE}"/>
                </a:ext>
              </a:extLst>
            </p:cNvPr>
            <p:cNvGrpSpPr/>
            <p:nvPr/>
          </p:nvGrpSpPr>
          <p:grpSpPr>
            <a:xfrm>
              <a:off x="4557531" y="3307598"/>
              <a:ext cx="4490930" cy="3127236"/>
              <a:chOff x="4283172" y="2994783"/>
              <a:chExt cx="4490930" cy="3127236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95862111-D215-601B-B54E-B7EAA41B2BA9}"/>
                  </a:ext>
                </a:extLst>
              </p:cNvPr>
              <p:cNvGrpSpPr/>
              <p:nvPr/>
            </p:nvGrpSpPr>
            <p:grpSpPr>
              <a:xfrm>
                <a:off x="4283172" y="2994783"/>
                <a:ext cx="4490930" cy="3127236"/>
                <a:chOff x="6134100" y="2767600"/>
                <a:chExt cx="838200" cy="647700"/>
              </a:xfrm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41E019E3-8711-1D0E-C294-75689411A9F1}"/>
                    </a:ext>
                  </a:extLst>
                </p:cNvPr>
                <p:cNvSpPr/>
                <p:nvPr/>
              </p:nvSpPr>
              <p:spPr>
                <a:xfrm>
                  <a:off x="6172200" y="3291475"/>
                  <a:ext cx="228600" cy="123825"/>
                </a:xfrm>
                <a:custGeom>
                  <a:avLst/>
                  <a:gdLst>
                    <a:gd name="connsiteX0" fmla="*/ 190500 w 228600"/>
                    <a:gd name="connsiteY0" fmla="*/ 28575 h 123825"/>
                    <a:gd name="connsiteX1" fmla="*/ 189548 w 228600"/>
                    <a:gd name="connsiteY1" fmla="*/ 28575 h 123825"/>
                    <a:gd name="connsiteX2" fmla="*/ 152400 w 228600"/>
                    <a:gd name="connsiteY2" fmla="*/ 0 h 123825"/>
                    <a:gd name="connsiteX3" fmla="*/ 76200 w 228600"/>
                    <a:gd name="connsiteY3" fmla="*/ 0 h 123825"/>
                    <a:gd name="connsiteX4" fmla="*/ 39053 w 228600"/>
                    <a:gd name="connsiteY4" fmla="*/ 28575 h 123825"/>
                    <a:gd name="connsiteX5" fmla="*/ 38100 w 228600"/>
                    <a:gd name="connsiteY5" fmla="*/ 28575 h 123825"/>
                    <a:gd name="connsiteX6" fmla="*/ 0 w 228600"/>
                    <a:gd name="connsiteY6" fmla="*/ 66675 h 123825"/>
                    <a:gd name="connsiteX7" fmla="*/ 19050 w 228600"/>
                    <a:gd name="connsiteY7" fmla="*/ 123825 h 123825"/>
                    <a:gd name="connsiteX8" fmla="*/ 209550 w 228600"/>
                    <a:gd name="connsiteY8" fmla="*/ 123825 h 123825"/>
                    <a:gd name="connsiteX9" fmla="*/ 228600 w 228600"/>
                    <a:gd name="connsiteY9" fmla="*/ 66675 h 123825"/>
                    <a:gd name="connsiteX10" fmla="*/ 190500 w 228600"/>
                    <a:gd name="connsiteY10" fmla="*/ 28575 h 1238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28600" h="123825">
                      <a:moveTo>
                        <a:pt x="190500" y="28575"/>
                      </a:moveTo>
                      <a:lnTo>
                        <a:pt x="189548" y="28575"/>
                      </a:lnTo>
                      <a:cubicBezTo>
                        <a:pt x="185738" y="12383"/>
                        <a:pt x="170498" y="0"/>
                        <a:pt x="152400" y="0"/>
                      </a:cubicBezTo>
                      <a:lnTo>
                        <a:pt x="76200" y="0"/>
                      </a:lnTo>
                      <a:cubicBezTo>
                        <a:pt x="58103" y="0"/>
                        <a:pt x="43815" y="12383"/>
                        <a:pt x="39053" y="28575"/>
                      </a:cubicBezTo>
                      <a:lnTo>
                        <a:pt x="38100" y="28575"/>
                      </a:lnTo>
                      <a:cubicBezTo>
                        <a:pt x="17145" y="28575"/>
                        <a:pt x="0" y="45720"/>
                        <a:pt x="0" y="66675"/>
                      </a:cubicBezTo>
                      <a:lnTo>
                        <a:pt x="19050" y="123825"/>
                      </a:lnTo>
                      <a:lnTo>
                        <a:pt x="209550" y="123825"/>
                      </a:lnTo>
                      <a:lnTo>
                        <a:pt x="228600" y="66675"/>
                      </a:lnTo>
                      <a:cubicBezTo>
                        <a:pt x="228600" y="45720"/>
                        <a:pt x="211455" y="28575"/>
                        <a:pt x="190500" y="28575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Y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9ADE3B3A-C412-5991-E35D-89796DA57390}"/>
                    </a:ext>
                  </a:extLst>
                </p:cNvPr>
                <p:cNvSpPr/>
                <p:nvPr/>
              </p:nvSpPr>
              <p:spPr>
                <a:xfrm>
                  <a:off x="6238875" y="3177175"/>
                  <a:ext cx="95250" cy="95250"/>
                </a:xfrm>
                <a:custGeom>
                  <a:avLst/>
                  <a:gdLst>
                    <a:gd name="connsiteX0" fmla="*/ 95250 w 95250"/>
                    <a:gd name="connsiteY0" fmla="*/ 47625 h 95250"/>
                    <a:gd name="connsiteX1" fmla="*/ 47625 w 95250"/>
                    <a:gd name="connsiteY1" fmla="*/ 95250 h 95250"/>
                    <a:gd name="connsiteX2" fmla="*/ 0 w 95250"/>
                    <a:gd name="connsiteY2" fmla="*/ 47625 h 95250"/>
                    <a:gd name="connsiteX3" fmla="*/ 47625 w 95250"/>
                    <a:gd name="connsiteY3" fmla="*/ 0 h 95250"/>
                    <a:gd name="connsiteX4" fmla="*/ 95250 w 95250"/>
                    <a:gd name="connsiteY4" fmla="*/ 47625 h 952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5250" h="95250">
                      <a:moveTo>
                        <a:pt x="95250" y="47625"/>
                      </a:moveTo>
                      <a:cubicBezTo>
                        <a:pt x="95250" y="73928"/>
                        <a:pt x="73928" y="95250"/>
                        <a:pt x="47625" y="95250"/>
                      </a:cubicBezTo>
                      <a:cubicBezTo>
                        <a:pt x="21322" y="95250"/>
                        <a:pt x="0" y="73928"/>
                        <a:pt x="0" y="47625"/>
                      </a:cubicBezTo>
                      <a:cubicBezTo>
                        <a:pt x="0" y="21322"/>
                        <a:pt x="21322" y="0"/>
                        <a:pt x="47625" y="0"/>
                      </a:cubicBezTo>
                      <a:cubicBezTo>
                        <a:pt x="73928" y="0"/>
                        <a:pt x="95250" y="21322"/>
                        <a:pt x="95250" y="47625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Y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04B3E7B8-782E-74B5-FB9B-9A5C1C74A5E9}"/>
                    </a:ext>
                  </a:extLst>
                </p:cNvPr>
                <p:cNvSpPr/>
                <p:nvPr/>
              </p:nvSpPr>
              <p:spPr>
                <a:xfrm>
                  <a:off x="6438900" y="3291475"/>
                  <a:ext cx="228600" cy="123825"/>
                </a:xfrm>
                <a:custGeom>
                  <a:avLst/>
                  <a:gdLst>
                    <a:gd name="connsiteX0" fmla="*/ 190500 w 228600"/>
                    <a:gd name="connsiteY0" fmla="*/ 28575 h 123825"/>
                    <a:gd name="connsiteX1" fmla="*/ 190500 w 228600"/>
                    <a:gd name="connsiteY1" fmla="*/ 28575 h 123825"/>
                    <a:gd name="connsiteX2" fmla="*/ 152400 w 228600"/>
                    <a:gd name="connsiteY2" fmla="*/ 0 h 123825"/>
                    <a:gd name="connsiteX3" fmla="*/ 76200 w 228600"/>
                    <a:gd name="connsiteY3" fmla="*/ 0 h 123825"/>
                    <a:gd name="connsiteX4" fmla="*/ 39052 w 228600"/>
                    <a:gd name="connsiteY4" fmla="*/ 28575 h 123825"/>
                    <a:gd name="connsiteX5" fmla="*/ 38100 w 228600"/>
                    <a:gd name="connsiteY5" fmla="*/ 28575 h 123825"/>
                    <a:gd name="connsiteX6" fmla="*/ 0 w 228600"/>
                    <a:gd name="connsiteY6" fmla="*/ 66675 h 123825"/>
                    <a:gd name="connsiteX7" fmla="*/ 19050 w 228600"/>
                    <a:gd name="connsiteY7" fmla="*/ 123825 h 123825"/>
                    <a:gd name="connsiteX8" fmla="*/ 209550 w 228600"/>
                    <a:gd name="connsiteY8" fmla="*/ 123825 h 123825"/>
                    <a:gd name="connsiteX9" fmla="*/ 228600 w 228600"/>
                    <a:gd name="connsiteY9" fmla="*/ 66675 h 123825"/>
                    <a:gd name="connsiteX10" fmla="*/ 190500 w 228600"/>
                    <a:gd name="connsiteY10" fmla="*/ 28575 h 1238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28600" h="123825">
                      <a:moveTo>
                        <a:pt x="190500" y="28575"/>
                      </a:moveTo>
                      <a:lnTo>
                        <a:pt x="190500" y="28575"/>
                      </a:lnTo>
                      <a:cubicBezTo>
                        <a:pt x="185738" y="12383"/>
                        <a:pt x="170498" y="0"/>
                        <a:pt x="152400" y="0"/>
                      </a:cubicBezTo>
                      <a:lnTo>
                        <a:pt x="76200" y="0"/>
                      </a:lnTo>
                      <a:cubicBezTo>
                        <a:pt x="58102" y="0"/>
                        <a:pt x="43815" y="12383"/>
                        <a:pt x="39052" y="28575"/>
                      </a:cubicBezTo>
                      <a:lnTo>
                        <a:pt x="38100" y="28575"/>
                      </a:lnTo>
                      <a:cubicBezTo>
                        <a:pt x="17145" y="28575"/>
                        <a:pt x="0" y="45720"/>
                        <a:pt x="0" y="66675"/>
                      </a:cubicBezTo>
                      <a:lnTo>
                        <a:pt x="19050" y="123825"/>
                      </a:lnTo>
                      <a:lnTo>
                        <a:pt x="209550" y="123825"/>
                      </a:lnTo>
                      <a:lnTo>
                        <a:pt x="228600" y="66675"/>
                      </a:lnTo>
                      <a:cubicBezTo>
                        <a:pt x="228600" y="45720"/>
                        <a:pt x="211455" y="28575"/>
                        <a:pt x="190500" y="28575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Y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294EC1A5-E724-89A7-FCAF-A11B928C23F4}"/>
                    </a:ext>
                  </a:extLst>
                </p:cNvPr>
                <p:cNvSpPr/>
                <p:nvPr/>
              </p:nvSpPr>
              <p:spPr>
                <a:xfrm>
                  <a:off x="6505575" y="3177175"/>
                  <a:ext cx="95250" cy="95250"/>
                </a:xfrm>
                <a:custGeom>
                  <a:avLst/>
                  <a:gdLst>
                    <a:gd name="connsiteX0" fmla="*/ 95250 w 95250"/>
                    <a:gd name="connsiteY0" fmla="*/ 47625 h 95250"/>
                    <a:gd name="connsiteX1" fmla="*/ 47625 w 95250"/>
                    <a:gd name="connsiteY1" fmla="*/ 95250 h 95250"/>
                    <a:gd name="connsiteX2" fmla="*/ 0 w 95250"/>
                    <a:gd name="connsiteY2" fmla="*/ 47625 h 95250"/>
                    <a:gd name="connsiteX3" fmla="*/ 47625 w 95250"/>
                    <a:gd name="connsiteY3" fmla="*/ 0 h 95250"/>
                    <a:gd name="connsiteX4" fmla="*/ 95250 w 95250"/>
                    <a:gd name="connsiteY4" fmla="*/ 47625 h 952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5250" h="95250">
                      <a:moveTo>
                        <a:pt x="95250" y="47625"/>
                      </a:moveTo>
                      <a:cubicBezTo>
                        <a:pt x="95250" y="73928"/>
                        <a:pt x="73928" y="95250"/>
                        <a:pt x="47625" y="95250"/>
                      </a:cubicBezTo>
                      <a:cubicBezTo>
                        <a:pt x="21322" y="95250"/>
                        <a:pt x="0" y="73928"/>
                        <a:pt x="0" y="47625"/>
                      </a:cubicBezTo>
                      <a:cubicBezTo>
                        <a:pt x="0" y="21322"/>
                        <a:pt x="21322" y="0"/>
                        <a:pt x="47625" y="0"/>
                      </a:cubicBezTo>
                      <a:cubicBezTo>
                        <a:pt x="73928" y="0"/>
                        <a:pt x="95250" y="21322"/>
                        <a:pt x="95250" y="47625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Y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FD5F947B-E567-CD80-7951-0EE77B42AF10}"/>
                    </a:ext>
                  </a:extLst>
                </p:cNvPr>
                <p:cNvSpPr/>
                <p:nvPr/>
              </p:nvSpPr>
              <p:spPr>
                <a:xfrm>
                  <a:off x="6705600" y="3291475"/>
                  <a:ext cx="228600" cy="123825"/>
                </a:xfrm>
                <a:custGeom>
                  <a:avLst/>
                  <a:gdLst>
                    <a:gd name="connsiteX0" fmla="*/ 190500 w 228600"/>
                    <a:gd name="connsiteY0" fmla="*/ 28575 h 123825"/>
                    <a:gd name="connsiteX1" fmla="*/ 190500 w 228600"/>
                    <a:gd name="connsiteY1" fmla="*/ 28575 h 123825"/>
                    <a:gd name="connsiteX2" fmla="*/ 152400 w 228600"/>
                    <a:gd name="connsiteY2" fmla="*/ 0 h 123825"/>
                    <a:gd name="connsiteX3" fmla="*/ 76200 w 228600"/>
                    <a:gd name="connsiteY3" fmla="*/ 0 h 123825"/>
                    <a:gd name="connsiteX4" fmla="*/ 39052 w 228600"/>
                    <a:gd name="connsiteY4" fmla="*/ 28575 h 123825"/>
                    <a:gd name="connsiteX5" fmla="*/ 38100 w 228600"/>
                    <a:gd name="connsiteY5" fmla="*/ 28575 h 123825"/>
                    <a:gd name="connsiteX6" fmla="*/ 0 w 228600"/>
                    <a:gd name="connsiteY6" fmla="*/ 66675 h 123825"/>
                    <a:gd name="connsiteX7" fmla="*/ 19050 w 228600"/>
                    <a:gd name="connsiteY7" fmla="*/ 123825 h 123825"/>
                    <a:gd name="connsiteX8" fmla="*/ 209550 w 228600"/>
                    <a:gd name="connsiteY8" fmla="*/ 123825 h 123825"/>
                    <a:gd name="connsiteX9" fmla="*/ 228600 w 228600"/>
                    <a:gd name="connsiteY9" fmla="*/ 66675 h 123825"/>
                    <a:gd name="connsiteX10" fmla="*/ 190500 w 228600"/>
                    <a:gd name="connsiteY10" fmla="*/ 28575 h 1238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28600" h="123825">
                      <a:moveTo>
                        <a:pt x="190500" y="28575"/>
                      </a:moveTo>
                      <a:lnTo>
                        <a:pt x="190500" y="28575"/>
                      </a:lnTo>
                      <a:cubicBezTo>
                        <a:pt x="185738" y="12383"/>
                        <a:pt x="170498" y="0"/>
                        <a:pt x="152400" y="0"/>
                      </a:cubicBezTo>
                      <a:lnTo>
                        <a:pt x="76200" y="0"/>
                      </a:lnTo>
                      <a:cubicBezTo>
                        <a:pt x="58102" y="0"/>
                        <a:pt x="43815" y="12383"/>
                        <a:pt x="39052" y="28575"/>
                      </a:cubicBezTo>
                      <a:lnTo>
                        <a:pt x="38100" y="28575"/>
                      </a:lnTo>
                      <a:cubicBezTo>
                        <a:pt x="17145" y="28575"/>
                        <a:pt x="0" y="45720"/>
                        <a:pt x="0" y="66675"/>
                      </a:cubicBezTo>
                      <a:lnTo>
                        <a:pt x="19050" y="123825"/>
                      </a:lnTo>
                      <a:lnTo>
                        <a:pt x="209550" y="123825"/>
                      </a:lnTo>
                      <a:lnTo>
                        <a:pt x="228600" y="66675"/>
                      </a:lnTo>
                      <a:cubicBezTo>
                        <a:pt x="228600" y="45720"/>
                        <a:pt x="211455" y="28575"/>
                        <a:pt x="190500" y="28575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Y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D7EB4D14-9CF3-A8B9-9BD7-C282AF12827A}"/>
                    </a:ext>
                  </a:extLst>
                </p:cNvPr>
                <p:cNvSpPr/>
                <p:nvPr/>
              </p:nvSpPr>
              <p:spPr>
                <a:xfrm>
                  <a:off x="6772275" y="3177175"/>
                  <a:ext cx="95250" cy="95250"/>
                </a:xfrm>
                <a:custGeom>
                  <a:avLst/>
                  <a:gdLst>
                    <a:gd name="connsiteX0" fmla="*/ 95250 w 95250"/>
                    <a:gd name="connsiteY0" fmla="*/ 47625 h 95250"/>
                    <a:gd name="connsiteX1" fmla="*/ 47625 w 95250"/>
                    <a:gd name="connsiteY1" fmla="*/ 95250 h 95250"/>
                    <a:gd name="connsiteX2" fmla="*/ 0 w 95250"/>
                    <a:gd name="connsiteY2" fmla="*/ 47625 h 95250"/>
                    <a:gd name="connsiteX3" fmla="*/ 47625 w 95250"/>
                    <a:gd name="connsiteY3" fmla="*/ 0 h 95250"/>
                    <a:gd name="connsiteX4" fmla="*/ 95250 w 95250"/>
                    <a:gd name="connsiteY4" fmla="*/ 47625 h 952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5250" h="95250">
                      <a:moveTo>
                        <a:pt x="95250" y="47625"/>
                      </a:moveTo>
                      <a:cubicBezTo>
                        <a:pt x="95250" y="73928"/>
                        <a:pt x="73928" y="95250"/>
                        <a:pt x="47625" y="95250"/>
                      </a:cubicBezTo>
                      <a:cubicBezTo>
                        <a:pt x="21322" y="95250"/>
                        <a:pt x="0" y="73928"/>
                        <a:pt x="0" y="47625"/>
                      </a:cubicBezTo>
                      <a:cubicBezTo>
                        <a:pt x="0" y="21322"/>
                        <a:pt x="21322" y="0"/>
                        <a:pt x="47625" y="0"/>
                      </a:cubicBezTo>
                      <a:cubicBezTo>
                        <a:pt x="73928" y="0"/>
                        <a:pt x="95250" y="21322"/>
                        <a:pt x="95250" y="47625"/>
                      </a:cubicBez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Y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9BABC680-3AFF-E706-B24E-CFFCA0A91F98}"/>
                    </a:ext>
                  </a:extLst>
                </p:cNvPr>
                <p:cNvSpPr/>
                <p:nvPr/>
              </p:nvSpPr>
              <p:spPr>
                <a:xfrm>
                  <a:off x="6134100" y="2767600"/>
                  <a:ext cx="838200" cy="466725"/>
                </a:xfrm>
                <a:custGeom>
                  <a:avLst/>
                  <a:gdLst>
                    <a:gd name="connsiteX0" fmla="*/ 0 w 838200"/>
                    <a:gd name="connsiteY0" fmla="*/ 0 h 466725"/>
                    <a:gd name="connsiteX1" fmla="*/ 0 w 838200"/>
                    <a:gd name="connsiteY1" fmla="*/ 466725 h 466725"/>
                    <a:gd name="connsiteX2" fmla="*/ 77153 w 838200"/>
                    <a:gd name="connsiteY2" fmla="*/ 466725 h 466725"/>
                    <a:gd name="connsiteX3" fmla="*/ 76200 w 838200"/>
                    <a:gd name="connsiteY3" fmla="*/ 457200 h 466725"/>
                    <a:gd name="connsiteX4" fmla="*/ 152400 w 838200"/>
                    <a:gd name="connsiteY4" fmla="*/ 381000 h 466725"/>
                    <a:gd name="connsiteX5" fmla="*/ 228600 w 838200"/>
                    <a:gd name="connsiteY5" fmla="*/ 457200 h 466725"/>
                    <a:gd name="connsiteX6" fmla="*/ 227648 w 838200"/>
                    <a:gd name="connsiteY6" fmla="*/ 466725 h 466725"/>
                    <a:gd name="connsiteX7" fmla="*/ 342900 w 838200"/>
                    <a:gd name="connsiteY7" fmla="*/ 466725 h 466725"/>
                    <a:gd name="connsiteX8" fmla="*/ 341948 w 838200"/>
                    <a:gd name="connsiteY8" fmla="*/ 457200 h 466725"/>
                    <a:gd name="connsiteX9" fmla="*/ 418148 w 838200"/>
                    <a:gd name="connsiteY9" fmla="*/ 381000 h 466725"/>
                    <a:gd name="connsiteX10" fmla="*/ 494348 w 838200"/>
                    <a:gd name="connsiteY10" fmla="*/ 457200 h 466725"/>
                    <a:gd name="connsiteX11" fmla="*/ 493395 w 838200"/>
                    <a:gd name="connsiteY11" fmla="*/ 466725 h 466725"/>
                    <a:gd name="connsiteX12" fmla="*/ 608648 w 838200"/>
                    <a:gd name="connsiteY12" fmla="*/ 466725 h 466725"/>
                    <a:gd name="connsiteX13" fmla="*/ 607695 w 838200"/>
                    <a:gd name="connsiteY13" fmla="*/ 457200 h 466725"/>
                    <a:gd name="connsiteX14" fmla="*/ 683895 w 838200"/>
                    <a:gd name="connsiteY14" fmla="*/ 381000 h 466725"/>
                    <a:gd name="connsiteX15" fmla="*/ 760095 w 838200"/>
                    <a:gd name="connsiteY15" fmla="*/ 457200 h 466725"/>
                    <a:gd name="connsiteX16" fmla="*/ 759143 w 838200"/>
                    <a:gd name="connsiteY16" fmla="*/ 466725 h 466725"/>
                    <a:gd name="connsiteX17" fmla="*/ 838200 w 838200"/>
                    <a:gd name="connsiteY17" fmla="*/ 466725 h 466725"/>
                    <a:gd name="connsiteX18" fmla="*/ 838200 w 838200"/>
                    <a:gd name="connsiteY18" fmla="*/ 0 h 466725"/>
                    <a:gd name="connsiteX19" fmla="*/ 0 w 838200"/>
                    <a:gd name="connsiteY19" fmla="*/ 0 h 4667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838200" h="466725">
                      <a:moveTo>
                        <a:pt x="0" y="0"/>
                      </a:moveTo>
                      <a:lnTo>
                        <a:pt x="0" y="466725"/>
                      </a:lnTo>
                      <a:lnTo>
                        <a:pt x="77153" y="466725"/>
                      </a:lnTo>
                      <a:cubicBezTo>
                        <a:pt x="77153" y="463868"/>
                        <a:pt x="76200" y="460058"/>
                        <a:pt x="76200" y="457200"/>
                      </a:cubicBezTo>
                      <a:cubicBezTo>
                        <a:pt x="76200" y="415290"/>
                        <a:pt x="110490" y="381000"/>
                        <a:pt x="152400" y="381000"/>
                      </a:cubicBezTo>
                      <a:cubicBezTo>
                        <a:pt x="194310" y="381000"/>
                        <a:pt x="228600" y="415290"/>
                        <a:pt x="228600" y="457200"/>
                      </a:cubicBezTo>
                      <a:cubicBezTo>
                        <a:pt x="228600" y="460058"/>
                        <a:pt x="228600" y="463868"/>
                        <a:pt x="227648" y="466725"/>
                      </a:cubicBezTo>
                      <a:lnTo>
                        <a:pt x="342900" y="466725"/>
                      </a:lnTo>
                      <a:cubicBezTo>
                        <a:pt x="342900" y="463868"/>
                        <a:pt x="341948" y="460058"/>
                        <a:pt x="341948" y="457200"/>
                      </a:cubicBezTo>
                      <a:cubicBezTo>
                        <a:pt x="341948" y="415290"/>
                        <a:pt x="376238" y="381000"/>
                        <a:pt x="418148" y="381000"/>
                      </a:cubicBezTo>
                      <a:cubicBezTo>
                        <a:pt x="460058" y="381000"/>
                        <a:pt x="494348" y="415290"/>
                        <a:pt x="494348" y="457200"/>
                      </a:cubicBezTo>
                      <a:cubicBezTo>
                        <a:pt x="494348" y="460058"/>
                        <a:pt x="494348" y="463868"/>
                        <a:pt x="493395" y="466725"/>
                      </a:cubicBezTo>
                      <a:lnTo>
                        <a:pt x="608648" y="466725"/>
                      </a:lnTo>
                      <a:cubicBezTo>
                        <a:pt x="608648" y="463868"/>
                        <a:pt x="607695" y="460058"/>
                        <a:pt x="607695" y="457200"/>
                      </a:cubicBezTo>
                      <a:cubicBezTo>
                        <a:pt x="607695" y="415290"/>
                        <a:pt x="641985" y="381000"/>
                        <a:pt x="683895" y="381000"/>
                      </a:cubicBezTo>
                      <a:cubicBezTo>
                        <a:pt x="725805" y="381000"/>
                        <a:pt x="760095" y="415290"/>
                        <a:pt x="760095" y="457200"/>
                      </a:cubicBezTo>
                      <a:cubicBezTo>
                        <a:pt x="760095" y="460058"/>
                        <a:pt x="760095" y="463868"/>
                        <a:pt x="759143" y="466725"/>
                      </a:cubicBezTo>
                      <a:lnTo>
                        <a:pt x="838200" y="466725"/>
                      </a:lnTo>
                      <a:lnTo>
                        <a:pt x="8382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MY" dirty="0"/>
                </a:p>
              </p:txBody>
            </p:sp>
          </p:grpSp>
          <p:pic>
            <p:nvPicPr>
              <p:cNvPr id="30" name="Graphic 29" descr="Bar graph with upward trend with solid fill">
                <a:extLst>
                  <a:ext uri="{FF2B5EF4-FFF2-40B4-BE49-F238E27FC236}">
                    <a16:creationId xmlns:a16="http://schemas.microsoft.com/office/drawing/2014/main" id="{9A1A8A5E-27D1-FAEA-C207-CC39247174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45730" y="3267374"/>
                <a:ext cx="2913339" cy="1842867"/>
              </a:xfrm>
              <a:prstGeom prst="rect">
                <a:avLst/>
              </a:prstGeom>
            </p:spPr>
          </p:pic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DF05112-9155-CFDD-90AE-3819CDB2D3B1}"/>
                  </a:ext>
                </a:extLst>
              </p:cNvPr>
              <p:cNvSpPr/>
              <p:nvPr/>
            </p:nvSpPr>
            <p:spPr>
              <a:xfrm>
                <a:off x="4559198" y="3483141"/>
                <a:ext cx="3938875" cy="10617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i="1" dirty="0">
                    <a:solidFill>
                      <a:schemeClr val="tx1"/>
                    </a:solidFill>
                  </a:rPr>
                  <a:t>Gantt Chart &amp;</a:t>
                </a:r>
              </a:p>
              <a:p>
                <a:pPr algn="ctr"/>
                <a:r>
                  <a:rPr lang="en-US" sz="2800" b="1" i="1" dirty="0">
                    <a:solidFill>
                      <a:schemeClr val="tx1"/>
                    </a:solidFill>
                  </a:rPr>
                  <a:t>Overall Progress Tracking</a:t>
                </a:r>
                <a:endParaRPr lang="en-MY" sz="2800" b="1" i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1BB0032-82A5-67AD-06CE-C170F1CD89EB}"/>
                </a:ext>
              </a:extLst>
            </p:cNvPr>
            <p:cNvSpPr txBox="1"/>
            <p:nvPr/>
          </p:nvSpPr>
          <p:spPr>
            <a:xfrm>
              <a:off x="5288103" y="3134745"/>
              <a:ext cx="2895687" cy="52322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/>
                <a:t>Dashboard/ Interface than linked up all the inputs into Gantt Chart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0569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FA40B-EC85-813B-833E-46BC04817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18164C1C-24EA-E2C4-3993-065C5FB5B30F}"/>
              </a:ext>
            </a:extLst>
          </p:cNvPr>
          <p:cNvSpPr txBox="1"/>
          <p:nvPr/>
        </p:nvSpPr>
        <p:spPr>
          <a:xfrm>
            <a:off x="282231" y="218841"/>
            <a:ext cx="5629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Gantt Chart Input (Internal) </a:t>
            </a:r>
            <a:endParaRPr lang="en-MY" b="1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4B3E3ED-F3C3-D94E-3F9A-2C430CBDB962}"/>
              </a:ext>
            </a:extLst>
          </p:cNvPr>
          <p:cNvGrpSpPr/>
          <p:nvPr/>
        </p:nvGrpSpPr>
        <p:grpSpPr>
          <a:xfrm>
            <a:off x="552533" y="1723231"/>
            <a:ext cx="11444633" cy="4441022"/>
            <a:chOff x="85081" y="733017"/>
            <a:chExt cx="11444633" cy="4441022"/>
          </a:xfrm>
        </p:grpSpPr>
        <p:sp>
          <p:nvSpPr>
            <p:cNvPr id="4" name="Star: 7 Points 3">
              <a:extLst>
                <a:ext uri="{FF2B5EF4-FFF2-40B4-BE49-F238E27FC236}">
                  <a16:creationId xmlns:a16="http://schemas.microsoft.com/office/drawing/2014/main" id="{CB049D21-E11B-193A-3576-D5DB70BE682B}"/>
                </a:ext>
              </a:extLst>
            </p:cNvPr>
            <p:cNvSpPr/>
            <p:nvPr/>
          </p:nvSpPr>
          <p:spPr>
            <a:xfrm>
              <a:off x="4910137" y="1695289"/>
              <a:ext cx="2371725" cy="1962150"/>
            </a:xfrm>
            <a:prstGeom prst="star7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Gantt Chart </a:t>
              </a:r>
              <a:endParaRPr lang="en-MY" sz="2800" b="1" dirty="0">
                <a:solidFill>
                  <a:schemeClr val="tx1"/>
                </a:solidFill>
              </a:endParaRP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B0941F29-9982-311A-E071-DEE3111C56B6}"/>
                </a:ext>
              </a:extLst>
            </p:cNvPr>
            <p:cNvGrpSpPr/>
            <p:nvPr/>
          </p:nvGrpSpPr>
          <p:grpSpPr>
            <a:xfrm>
              <a:off x="1739199" y="733017"/>
              <a:ext cx="4132405" cy="1199672"/>
              <a:chOff x="1739199" y="733017"/>
              <a:chExt cx="4132405" cy="1199672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80B1D59-85FC-9AC6-E98B-2E4E8CB346D1}"/>
                  </a:ext>
                </a:extLst>
              </p:cNvPr>
              <p:cNvSpPr txBox="1"/>
              <p:nvPr/>
            </p:nvSpPr>
            <p:spPr>
              <a:xfrm>
                <a:off x="3240001" y="733017"/>
                <a:ext cx="2028825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Technical </a:t>
                </a:r>
                <a:endParaRPr lang="en-MY" dirty="0"/>
              </a:p>
            </p:txBody>
          </p:sp>
          <p:pic>
            <p:nvPicPr>
              <p:cNvPr id="43" name="Graphic 42" descr="Back with solid fill">
                <a:extLst>
                  <a:ext uri="{FF2B5EF4-FFF2-40B4-BE49-F238E27FC236}">
                    <a16:creationId xmlns:a16="http://schemas.microsoft.com/office/drawing/2014/main" id="{C6A4045F-B996-8572-DBAB-09D70C77F1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4080847">
                <a:off x="4957204" y="1018289"/>
                <a:ext cx="914400" cy="914400"/>
              </a:xfrm>
              <a:prstGeom prst="rect">
                <a:avLst/>
              </a:prstGeom>
            </p:spPr>
          </p:pic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1C9AA27-5A13-B7AE-B957-8559976315D2}"/>
                  </a:ext>
                </a:extLst>
              </p:cNvPr>
              <p:cNvSpPr txBox="1"/>
              <p:nvPr/>
            </p:nvSpPr>
            <p:spPr>
              <a:xfrm>
                <a:off x="1739199" y="1100187"/>
                <a:ext cx="1887055" cy="738664"/>
              </a:xfrm>
              <a:prstGeom prst="rect">
                <a:avLst/>
              </a:prstGeom>
              <a:solidFill>
                <a:schemeClr val="bg2">
                  <a:lumMod val="90000"/>
                  <a:alpha val="4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Verification result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DFM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Drawing issuance</a:t>
                </a: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421F5A99-15B7-784A-423A-4740BF118461}"/>
                </a:ext>
              </a:extLst>
            </p:cNvPr>
            <p:cNvGrpSpPr/>
            <p:nvPr/>
          </p:nvGrpSpPr>
          <p:grpSpPr>
            <a:xfrm>
              <a:off x="85081" y="1958373"/>
              <a:ext cx="5065922" cy="1726752"/>
              <a:chOff x="85081" y="1958373"/>
              <a:chExt cx="5065922" cy="1726752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23CD0F3-E873-626E-BBBA-0AD57FEF9E34}"/>
                  </a:ext>
                </a:extLst>
              </p:cNvPr>
              <p:cNvSpPr txBox="1"/>
              <p:nvPr/>
            </p:nvSpPr>
            <p:spPr>
              <a:xfrm>
                <a:off x="1374670" y="2305917"/>
                <a:ext cx="2857068" cy="64633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Technical </a:t>
                </a:r>
              </a:p>
              <a:p>
                <a:pPr algn="ctr"/>
                <a:r>
                  <a:rPr lang="en-US" dirty="0"/>
                  <a:t>(on behalf of mold maker) </a:t>
                </a:r>
                <a:endParaRPr lang="en-MY" dirty="0"/>
              </a:p>
            </p:txBody>
          </p:sp>
          <p:pic>
            <p:nvPicPr>
              <p:cNvPr id="40" name="Graphic 39" descr="Back with solid fill">
                <a:extLst>
                  <a:ext uri="{FF2B5EF4-FFF2-40B4-BE49-F238E27FC236}">
                    <a16:creationId xmlns:a16="http://schemas.microsoft.com/office/drawing/2014/main" id="{C11D93C8-0896-4A68-EAD0-822AC1953B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666062">
                <a:off x="4236603" y="1958373"/>
                <a:ext cx="914400" cy="914400"/>
              </a:xfrm>
              <a:prstGeom prst="rect">
                <a:avLst/>
              </a:prstGeom>
            </p:spPr>
          </p:pic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1027EBE-2F51-66DE-620F-4D91DE6405BF}"/>
                  </a:ext>
                </a:extLst>
              </p:cNvPr>
              <p:cNvSpPr txBox="1"/>
              <p:nvPr/>
            </p:nvSpPr>
            <p:spPr>
              <a:xfrm>
                <a:off x="85081" y="2946461"/>
                <a:ext cx="2501063" cy="738664"/>
              </a:xfrm>
              <a:prstGeom prst="rect">
                <a:avLst/>
              </a:prstGeom>
              <a:solidFill>
                <a:schemeClr val="bg2">
                  <a:lumMod val="90000"/>
                  <a:alpha val="4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Mold fabrication progress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Mold modification status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Machine delivery status 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A1940F50-745C-7074-8E27-54A0F1453462}"/>
                </a:ext>
              </a:extLst>
            </p:cNvPr>
            <p:cNvGrpSpPr/>
            <p:nvPr/>
          </p:nvGrpSpPr>
          <p:grpSpPr>
            <a:xfrm>
              <a:off x="411766" y="3470051"/>
              <a:ext cx="5341368" cy="1475888"/>
              <a:chOff x="411766" y="3470051"/>
              <a:chExt cx="5341368" cy="1475888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D990E67-3810-8560-DE54-A2BE8A2240E6}"/>
                  </a:ext>
                </a:extLst>
              </p:cNvPr>
              <p:cNvSpPr txBox="1"/>
              <p:nvPr/>
            </p:nvSpPr>
            <p:spPr>
              <a:xfrm>
                <a:off x="2313268" y="4053387"/>
                <a:ext cx="2526074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Purchaser</a:t>
                </a:r>
              </a:p>
            </p:txBody>
          </p:sp>
          <p:pic>
            <p:nvPicPr>
              <p:cNvPr id="46" name="Graphic 45" descr="Back with solid fill">
                <a:extLst>
                  <a:ext uri="{FF2B5EF4-FFF2-40B4-BE49-F238E27FC236}">
                    <a16:creationId xmlns:a16="http://schemas.microsoft.com/office/drawing/2014/main" id="{D4EF52E4-7D4D-F416-5FE2-17789D65FD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6817910">
                <a:off x="4838734" y="3470051"/>
                <a:ext cx="914400" cy="914400"/>
              </a:xfrm>
              <a:prstGeom prst="rect">
                <a:avLst/>
              </a:prstGeom>
            </p:spPr>
          </p:pic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551E8CE-29A5-E437-BAD8-5BA11E723307}"/>
                  </a:ext>
                </a:extLst>
              </p:cNvPr>
              <p:cNvSpPr txBox="1"/>
              <p:nvPr/>
            </p:nvSpPr>
            <p:spPr>
              <a:xfrm>
                <a:off x="411766" y="4422719"/>
                <a:ext cx="2501063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  <a:alpha val="4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PO issuance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Payment status</a:t>
                </a: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C2D2C39A-FB0A-278B-7C8E-1CD7F022E0D0}"/>
                </a:ext>
              </a:extLst>
            </p:cNvPr>
            <p:cNvGrpSpPr/>
            <p:nvPr/>
          </p:nvGrpSpPr>
          <p:grpSpPr>
            <a:xfrm>
              <a:off x="6358532" y="3623233"/>
              <a:ext cx="3151195" cy="1550806"/>
              <a:chOff x="6358532" y="3623233"/>
              <a:chExt cx="3151195" cy="1550806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EEF885-DF22-4845-C921-4D6B6CA6AB73}"/>
                  </a:ext>
                </a:extLst>
              </p:cNvPr>
              <p:cNvSpPr txBox="1"/>
              <p:nvPr/>
            </p:nvSpPr>
            <p:spPr>
              <a:xfrm>
                <a:off x="6358532" y="4511259"/>
                <a:ext cx="2028826" cy="369332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QA</a:t>
                </a:r>
                <a:endParaRPr lang="en-MY" dirty="0"/>
              </a:p>
            </p:txBody>
          </p:sp>
          <p:pic>
            <p:nvPicPr>
              <p:cNvPr id="34" name="Graphic 33" descr="Arrow: Counter-clockwise curve with solid fill">
                <a:extLst>
                  <a:ext uri="{FF2B5EF4-FFF2-40B4-BE49-F238E27FC236}">
                    <a16:creationId xmlns:a16="http://schemas.microsoft.com/office/drawing/2014/main" id="{AE404539-9AF5-8DB8-90D5-D908E5684C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411408" y="3623233"/>
                <a:ext cx="914400" cy="914400"/>
              </a:xfrm>
              <a:prstGeom prst="rect">
                <a:avLst/>
              </a:prstGeom>
            </p:spPr>
          </p:pic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D4DE887-DD4E-40F6-458F-EBDADD356611}"/>
                  </a:ext>
                </a:extLst>
              </p:cNvPr>
              <p:cNvSpPr txBox="1"/>
              <p:nvPr/>
            </p:nvSpPr>
            <p:spPr>
              <a:xfrm>
                <a:off x="7008664" y="4866262"/>
                <a:ext cx="2501063" cy="307777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  <a:alpha val="4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FAI</a:t>
                </a: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EFBD0F2D-EDC0-7769-3C83-FE13CE8B7627}"/>
                </a:ext>
              </a:extLst>
            </p:cNvPr>
            <p:cNvGrpSpPr/>
            <p:nvPr/>
          </p:nvGrpSpPr>
          <p:grpSpPr>
            <a:xfrm>
              <a:off x="7108190" y="2908175"/>
              <a:ext cx="4010241" cy="1191142"/>
              <a:chOff x="7108190" y="2908175"/>
              <a:chExt cx="4010241" cy="119114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23D7D1-D3E2-EDCF-2D55-753815E1BBF3}"/>
                  </a:ext>
                </a:extLst>
              </p:cNvPr>
              <p:cNvSpPr txBox="1"/>
              <p:nvPr/>
            </p:nvSpPr>
            <p:spPr>
              <a:xfrm>
                <a:off x="7839075" y="3422208"/>
                <a:ext cx="2028825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Production</a:t>
                </a:r>
                <a:endParaRPr lang="en-MY" dirty="0"/>
              </a:p>
            </p:txBody>
          </p:sp>
          <p:pic>
            <p:nvPicPr>
              <p:cNvPr id="47" name="Graphic 46" descr="Back with solid fill">
                <a:extLst>
                  <a:ext uri="{FF2B5EF4-FFF2-40B4-BE49-F238E27FC236}">
                    <a16:creationId xmlns:a16="http://schemas.microsoft.com/office/drawing/2014/main" id="{6A07CF12-7E4D-EE4E-9843-BC2BA0EDCB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666062" flipH="1">
                <a:off x="7108190" y="2908175"/>
                <a:ext cx="749764" cy="914400"/>
              </a:xfrm>
              <a:prstGeom prst="rect">
                <a:avLst/>
              </a:prstGeom>
            </p:spPr>
          </p:pic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04573F0-07D0-CE8B-6CF0-52836E7245C3}"/>
                  </a:ext>
                </a:extLst>
              </p:cNvPr>
              <p:cNvSpPr txBox="1"/>
              <p:nvPr/>
            </p:nvSpPr>
            <p:spPr>
              <a:xfrm>
                <a:off x="8617368" y="3791540"/>
                <a:ext cx="2501063" cy="30777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  <a:alpha val="4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Trial schedule</a:t>
                </a: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5FDEC718-DB91-A2FC-F608-D669898F8B4F}"/>
                </a:ext>
              </a:extLst>
            </p:cNvPr>
            <p:cNvGrpSpPr/>
            <p:nvPr/>
          </p:nvGrpSpPr>
          <p:grpSpPr>
            <a:xfrm>
              <a:off x="7054425" y="1990258"/>
              <a:ext cx="4475289" cy="1088142"/>
              <a:chOff x="7054425" y="1990258"/>
              <a:chExt cx="4475289" cy="1088142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697898-20A2-3421-F0A1-B2AC3EF494F2}"/>
                  </a:ext>
                </a:extLst>
              </p:cNvPr>
              <p:cNvSpPr txBox="1"/>
              <p:nvPr/>
            </p:nvSpPr>
            <p:spPr>
              <a:xfrm>
                <a:off x="8024006" y="2124292"/>
                <a:ext cx="2593184" cy="64633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Sales </a:t>
                </a:r>
              </a:p>
              <a:p>
                <a:pPr algn="ctr"/>
                <a:r>
                  <a:rPr lang="en-US" dirty="0"/>
                  <a:t>(on behalf of customer)</a:t>
                </a:r>
                <a:endParaRPr lang="en-MY" dirty="0"/>
              </a:p>
            </p:txBody>
          </p:sp>
          <p:pic>
            <p:nvPicPr>
              <p:cNvPr id="44" name="Graphic 43" descr="Back with solid fill">
                <a:extLst>
                  <a:ext uri="{FF2B5EF4-FFF2-40B4-BE49-F238E27FC236}">
                    <a16:creationId xmlns:a16="http://schemas.microsoft.com/office/drawing/2014/main" id="{357765A7-3B65-8C98-8AC0-E2D10BC9B6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20955921">
                <a:off x="7054425" y="1990258"/>
                <a:ext cx="914400" cy="914400"/>
              </a:xfrm>
              <a:prstGeom prst="rect">
                <a:avLst/>
              </a:prstGeom>
            </p:spPr>
          </p:pic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3C43F9A-AD4D-84D8-ADA2-17186BD4922E}"/>
                  </a:ext>
                </a:extLst>
              </p:cNvPr>
              <p:cNvSpPr txBox="1"/>
              <p:nvPr/>
            </p:nvSpPr>
            <p:spPr>
              <a:xfrm>
                <a:off x="9028651" y="2770623"/>
                <a:ext cx="2501063" cy="30777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4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Approval status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59C0C33-7705-8CA2-D3CA-BBBB5E0A0B05}"/>
                </a:ext>
              </a:extLst>
            </p:cNvPr>
            <p:cNvGrpSpPr/>
            <p:nvPr/>
          </p:nvGrpSpPr>
          <p:grpSpPr>
            <a:xfrm>
              <a:off x="6494349" y="1120335"/>
              <a:ext cx="4122841" cy="914400"/>
              <a:chOff x="6494349" y="1120335"/>
              <a:chExt cx="4122841" cy="914400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DF3F0E7-F05F-6241-9179-AEE8DDA3F1D3}"/>
                  </a:ext>
                </a:extLst>
              </p:cNvPr>
              <p:cNvSpPr txBox="1"/>
              <p:nvPr/>
            </p:nvSpPr>
            <p:spPr>
              <a:xfrm>
                <a:off x="7454160" y="1239263"/>
                <a:ext cx="2028825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Sales</a:t>
                </a:r>
                <a:endParaRPr lang="en-MY" dirty="0"/>
              </a:p>
            </p:txBody>
          </p:sp>
          <p:pic>
            <p:nvPicPr>
              <p:cNvPr id="42" name="Graphic 41" descr="Back with solid fill">
                <a:extLst>
                  <a:ext uri="{FF2B5EF4-FFF2-40B4-BE49-F238E27FC236}">
                    <a16:creationId xmlns:a16="http://schemas.microsoft.com/office/drawing/2014/main" id="{425CCB51-63A1-AA91-96B7-453951B296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18317762">
                <a:off x="6494349" y="1120335"/>
                <a:ext cx="914400" cy="914400"/>
              </a:xfrm>
              <a:prstGeom prst="rect">
                <a:avLst/>
              </a:prstGeom>
            </p:spPr>
          </p:pic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C543F3E-97EE-CB28-1663-709DA45AE312}"/>
                  </a:ext>
                </a:extLst>
              </p:cNvPr>
              <p:cNvSpPr txBox="1"/>
              <p:nvPr/>
            </p:nvSpPr>
            <p:spPr>
              <a:xfrm>
                <a:off x="8116127" y="1608595"/>
                <a:ext cx="2501063" cy="30777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  <a:alpha val="4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Project award status</a:t>
                </a:r>
              </a:p>
            </p:txBody>
          </p:sp>
        </p:grpSp>
      </p:grpSp>
      <p:graphicFrame>
        <p:nvGraphicFramePr>
          <p:cNvPr id="73" name="Diagram 72">
            <a:extLst>
              <a:ext uri="{FF2B5EF4-FFF2-40B4-BE49-F238E27FC236}">
                <a16:creationId xmlns:a16="http://schemas.microsoft.com/office/drawing/2014/main" id="{FADCE593-5C83-B4FF-F1A4-1B1C86EF63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0666936"/>
              </p:ext>
            </p:extLst>
          </p:nvPr>
        </p:nvGraphicFramePr>
        <p:xfrm>
          <a:off x="3781769" y="126141"/>
          <a:ext cx="8128000" cy="11259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78" name="TextBox 77">
            <a:extLst>
              <a:ext uri="{FF2B5EF4-FFF2-40B4-BE49-F238E27FC236}">
                <a16:creationId xmlns:a16="http://schemas.microsoft.com/office/drawing/2014/main" id="{DEC404EA-B779-E11B-9E78-E83F8EA566F7}"/>
              </a:ext>
            </a:extLst>
          </p:cNvPr>
          <p:cNvSpPr txBox="1"/>
          <p:nvPr/>
        </p:nvSpPr>
        <p:spPr>
          <a:xfrm>
            <a:off x="3175" y="769124"/>
            <a:ext cx="20288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Status update</a:t>
            </a:r>
          </a:p>
        </p:txBody>
      </p:sp>
    </p:spTree>
    <p:extLst>
      <p:ext uri="{BB962C8B-B14F-4D97-AF65-F5344CB8AC3E}">
        <p14:creationId xmlns:p14="http://schemas.microsoft.com/office/powerpoint/2010/main" val="3541967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D3199-7642-78D4-A400-00571CC51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A8A9AB65-3AE0-66D5-ABC6-6220EB113429}"/>
              </a:ext>
            </a:extLst>
          </p:cNvPr>
          <p:cNvSpPr txBox="1"/>
          <p:nvPr/>
        </p:nvSpPr>
        <p:spPr>
          <a:xfrm>
            <a:off x="352425" y="220146"/>
            <a:ext cx="5629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Documents / records needed </a:t>
            </a:r>
            <a:endParaRPr lang="en-MY" b="1" dirty="0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FCB35AA-393D-EFC0-28F5-3834E9791874}"/>
              </a:ext>
            </a:extLst>
          </p:cNvPr>
          <p:cNvGrpSpPr/>
          <p:nvPr/>
        </p:nvGrpSpPr>
        <p:grpSpPr>
          <a:xfrm>
            <a:off x="300745" y="710908"/>
            <a:ext cx="11590510" cy="4436290"/>
            <a:chOff x="300745" y="710908"/>
            <a:chExt cx="11590510" cy="4436290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F77A32D-4583-9463-70A8-84A00C2A7F20}"/>
                </a:ext>
              </a:extLst>
            </p:cNvPr>
            <p:cNvSpPr/>
            <p:nvPr/>
          </p:nvSpPr>
          <p:spPr>
            <a:xfrm>
              <a:off x="4931116" y="710908"/>
              <a:ext cx="2329767" cy="734599"/>
            </a:xfrm>
            <a:custGeom>
              <a:avLst/>
              <a:gdLst>
                <a:gd name="connsiteX0" fmla="*/ 0 w 1494424"/>
                <a:gd name="connsiteY0" fmla="*/ 74721 h 747212"/>
                <a:gd name="connsiteX1" fmla="*/ 74721 w 1494424"/>
                <a:gd name="connsiteY1" fmla="*/ 0 h 747212"/>
                <a:gd name="connsiteX2" fmla="*/ 1419703 w 1494424"/>
                <a:gd name="connsiteY2" fmla="*/ 0 h 747212"/>
                <a:gd name="connsiteX3" fmla="*/ 1494424 w 1494424"/>
                <a:gd name="connsiteY3" fmla="*/ 74721 h 747212"/>
                <a:gd name="connsiteX4" fmla="*/ 1494424 w 1494424"/>
                <a:gd name="connsiteY4" fmla="*/ 672491 h 747212"/>
                <a:gd name="connsiteX5" fmla="*/ 1419703 w 1494424"/>
                <a:gd name="connsiteY5" fmla="*/ 747212 h 747212"/>
                <a:gd name="connsiteX6" fmla="*/ 74721 w 1494424"/>
                <a:gd name="connsiteY6" fmla="*/ 747212 h 747212"/>
                <a:gd name="connsiteX7" fmla="*/ 0 w 1494424"/>
                <a:gd name="connsiteY7" fmla="*/ 672491 h 747212"/>
                <a:gd name="connsiteX8" fmla="*/ 0 w 1494424"/>
                <a:gd name="connsiteY8" fmla="*/ 74721 h 747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4424" h="747212">
                  <a:moveTo>
                    <a:pt x="0" y="74721"/>
                  </a:moveTo>
                  <a:cubicBezTo>
                    <a:pt x="0" y="33454"/>
                    <a:pt x="33454" y="0"/>
                    <a:pt x="74721" y="0"/>
                  </a:cubicBezTo>
                  <a:lnTo>
                    <a:pt x="1419703" y="0"/>
                  </a:lnTo>
                  <a:cubicBezTo>
                    <a:pt x="1460970" y="0"/>
                    <a:pt x="1494424" y="33454"/>
                    <a:pt x="1494424" y="74721"/>
                  </a:cubicBezTo>
                  <a:lnTo>
                    <a:pt x="1494424" y="672491"/>
                  </a:lnTo>
                  <a:cubicBezTo>
                    <a:pt x="1494424" y="713758"/>
                    <a:pt x="1460970" y="747212"/>
                    <a:pt x="1419703" y="747212"/>
                  </a:cubicBezTo>
                  <a:lnTo>
                    <a:pt x="74721" y="747212"/>
                  </a:lnTo>
                  <a:cubicBezTo>
                    <a:pt x="33454" y="747212"/>
                    <a:pt x="0" y="713758"/>
                    <a:pt x="0" y="672491"/>
                  </a:cubicBezTo>
                  <a:lnTo>
                    <a:pt x="0" y="74721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5700" tIns="51095" rIns="65700" bIns="51095" numCol="1" spcCol="1270" anchor="ctr" anchorCtr="0">
              <a:noAutofit/>
            </a:bodyPr>
            <a:lstStyle/>
            <a:p>
              <a:pPr marL="0" lvl="0" indent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300" kern="1200" dirty="0">
                  <a:solidFill>
                    <a:sysClr val="windowText" lastClr="000000"/>
                  </a:solidFill>
                </a:rPr>
                <a:t>NPI Project</a:t>
              </a:r>
              <a:endParaRPr lang="en-MY" sz="2300" kern="1200" dirty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396F0C2A-5BE7-4477-7AAE-7C57B27234A5}"/>
                </a:ext>
              </a:extLst>
            </p:cNvPr>
            <p:cNvGrpSpPr/>
            <p:nvPr/>
          </p:nvGrpSpPr>
          <p:grpSpPr>
            <a:xfrm>
              <a:off x="300745" y="1905802"/>
              <a:ext cx="11590510" cy="3241396"/>
              <a:chOff x="300745" y="1905802"/>
              <a:chExt cx="11590510" cy="3241396"/>
            </a:xfrm>
          </p:grpSpPr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F8A6DAF8-94F4-2E3C-9978-F3FA9ECDCA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52643" y="1905802"/>
                <a:ext cx="9888462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69EA1150-3908-E67A-438F-D710F9FB13DA}"/>
                  </a:ext>
                </a:extLst>
              </p:cNvPr>
              <p:cNvGrpSpPr/>
              <p:nvPr/>
            </p:nvGrpSpPr>
            <p:grpSpPr>
              <a:xfrm>
                <a:off x="300745" y="1905802"/>
                <a:ext cx="11590510" cy="3241396"/>
                <a:chOff x="229977" y="1548208"/>
                <a:chExt cx="11590510" cy="3241396"/>
              </a:xfrm>
            </p:grpSpPr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86AE13D8-B61B-F42E-8423-9CDA29EAD669}"/>
                    </a:ext>
                  </a:extLst>
                </p:cNvPr>
                <p:cNvGrpSpPr/>
                <p:nvPr/>
              </p:nvGrpSpPr>
              <p:grpSpPr>
                <a:xfrm>
                  <a:off x="229977" y="2259165"/>
                  <a:ext cx="11590510" cy="2530439"/>
                  <a:chOff x="231076" y="1970407"/>
                  <a:chExt cx="11590510" cy="2530439"/>
                </a:xfrm>
              </p:grpSpPr>
              <p:sp>
                <p:nvSpPr>
                  <p:cNvPr id="51" name="Rectangle: Rounded Corners 50">
                    <a:extLst>
                      <a:ext uri="{FF2B5EF4-FFF2-40B4-BE49-F238E27FC236}">
                        <a16:creationId xmlns:a16="http://schemas.microsoft.com/office/drawing/2014/main" id="{D532DF36-1BB7-B688-3191-64E0B6D4B9F8}"/>
                      </a:ext>
                    </a:extLst>
                  </p:cNvPr>
                  <p:cNvSpPr/>
                  <p:nvPr/>
                </p:nvSpPr>
                <p:spPr>
                  <a:xfrm>
                    <a:off x="231076" y="2328001"/>
                    <a:ext cx="2103797" cy="2028743"/>
                  </a:xfrm>
                  <a:prstGeom prst="roundRect">
                    <a:avLst/>
                  </a:prstGeom>
                  <a:solidFill>
                    <a:schemeClr val="bg2">
                      <a:lumMod val="9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b="1" dirty="0">
                        <a:solidFill>
                          <a:schemeClr val="tx1"/>
                        </a:solidFill>
                      </a:rPr>
                      <a:t>Sales</a:t>
                    </a:r>
                    <a:endParaRPr lang="en-MY" b="1" dirty="0">
                      <a:solidFill>
                        <a:schemeClr val="tx1"/>
                      </a:solidFill>
                    </a:endParaRPr>
                  </a:p>
                  <a:p>
                    <a:pPr marL="285750" indent="-285750">
                      <a:buFont typeface="Arial" panose="020B0604020202020204" pitchFamily="34" charset="0"/>
                      <a:buChar char="•"/>
                    </a:pPr>
                    <a:r>
                      <a:rPr lang="en-US" sz="1600" dirty="0">
                        <a:solidFill>
                          <a:schemeClr val="tx1"/>
                        </a:solidFill>
                      </a:rPr>
                      <a:t>Sales Enquiry</a:t>
                    </a:r>
                    <a:endParaRPr lang="en-MY" sz="1600" dirty="0">
                      <a:solidFill>
                        <a:schemeClr val="tx1"/>
                      </a:solidFill>
                    </a:endParaRPr>
                  </a:p>
                  <a:p>
                    <a:pPr marL="285750" indent="-285750">
                      <a:buFont typeface="Arial" panose="020B0604020202020204" pitchFamily="34" charset="0"/>
                      <a:buChar char="•"/>
                    </a:pPr>
                    <a:r>
                      <a:rPr lang="en-US" sz="1600" dirty="0">
                        <a:solidFill>
                          <a:schemeClr val="tx1"/>
                        </a:solidFill>
                      </a:rPr>
                      <a:t>Customer Info</a:t>
                    </a:r>
                  </a:p>
                  <a:p>
                    <a:pPr marL="285750" indent="-285750">
                      <a:buFont typeface="Arial" panose="020B0604020202020204" pitchFamily="34" charset="0"/>
                      <a:buChar char="•"/>
                    </a:pPr>
                    <a:r>
                      <a:rPr lang="en-US" sz="1600" dirty="0">
                        <a:solidFill>
                          <a:schemeClr val="tx1"/>
                        </a:solidFill>
                      </a:rPr>
                      <a:t>Customer Approval Documents</a:t>
                    </a:r>
                    <a:endParaRPr lang="en-MY" sz="16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2" name="Rectangle: Rounded Corners 51">
                    <a:extLst>
                      <a:ext uri="{FF2B5EF4-FFF2-40B4-BE49-F238E27FC236}">
                        <a16:creationId xmlns:a16="http://schemas.microsoft.com/office/drawing/2014/main" id="{EDC18812-D3FA-0A0A-7CF6-295A3613F570}"/>
                      </a:ext>
                    </a:extLst>
                  </p:cNvPr>
                  <p:cNvSpPr/>
                  <p:nvPr/>
                </p:nvSpPr>
                <p:spPr>
                  <a:xfrm>
                    <a:off x="2433816" y="1970407"/>
                    <a:ext cx="2468861" cy="2530439"/>
                  </a:xfrm>
                  <a:prstGeom prst="roundRect">
                    <a:avLst/>
                  </a:prstGeom>
                  <a:solidFill>
                    <a:srgbClr val="DCE6F2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b="1" dirty="0">
                        <a:solidFill>
                          <a:schemeClr val="tx1"/>
                        </a:solidFill>
                      </a:rPr>
                      <a:t>Technical </a:t>
                    </a:r>
                    <a:endParaRPr lang="en-MY" b="1" dirty="0">
                      <a:solidFill>
                        <a:schemeClr val="tx1"/>
                      </a:solidFill>
                    </a:endParaRPr>
                  </a:p>
                  <a:p>
                    <a:pPr marL="285750" lvl="1" indent="-285750" defTabSz="222250">
                      <a:lnSpc>
                        <a:spcPct val="9000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sz="1600" dirty="0">
                        <a:solidFill>
                          <a:schemeClr val="tx1"/>
                        </a:solidFill>
                      </a:rPr>
                      <a:t>Proposal Drawing</a:t>
                    </a:r>
                    <a:endParaRPr lang="en-MY" sz="1600" dirty="0">
                      <a:solidFill>
                        <a:schemeClr val="tx1"/>
                      </a:solidFill>
                    </a:endParaRPr>
                  </a:p>
                  <a:p>
                    <a:pPr marL="285750" lvl="1" indent="-285750" defTabSz="222250">
                      <a:lnSpc>
                        <a:spcPct val="9000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sz="1600" dirty="0">
                        <a:solidFill>
                          <a:schemeClr val="tx1"/>
                        </a:solidFill>
                      </a:rPr>
                      <a:t>DFM</a:t>
                    </a:r>
                    <a:endParaRPr lang="en-MY" sz="1600" dirty="0">
                      <a:solidFill>
                        <a:schemeClr val="tx1"/>
                      </a:solidFill>
                    </a:endParaRPr>
                  </a:p>
                  <a:p>
                    <a:pPr marL="285750" lvl="1" indent="-285750" defTabSz="222250">
                      <a:lnSpc>
                        <a:spcPct val="9000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sz="1600" dirty="0">
                        <a:solidFill>
                          <a:schemeClr val="tx1"/>
                        </a:solidFill>
                      </a:rPr>
                      <a:t>Quotation/ mold cost comparison</a:t>
                    </a:r>
                    <a:endParaRPr lang="en-MY" sz="1600" dirty="0">
                      <a:solidFill>
                        <a:schemeClr val="tx1"/>
                      </a:solidFill>
                    </a:endParaRPr>
                  </a:p>
                  <a:p>
                    <a:pPr marL="285750" lvl="1" indent="-285750" defTabSz="222250">
                      <a:lnSpc>
                        <a:spcPct val="9000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sz="1600" dirty="0">
                        <a:solidFill>
                          <a:schemeClr val="tx1"/>
                        </a:solidFill>
                      </a:rPr>
                      <a:t>Product drawing</a:t>
                    </a:r>
                    <a:endParaRPr lang="en-MY" sz="1600" dirty="0">
                      <a:solidFill>
                        <a:schemeClr val="tx1"/>
                      </a:solidFill>
                    </a:endParaRPr>
                  </a:p>
                  <a:p>
                    <a:pPr marL="285750" lvl="1" indent="-285750" defTabSz="222250">
                      <a:lnSpc>
                        <a:spcPct val="9000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sz="1600" dirty="0">
                        <a:solidFill>
                          <a:schemeClr val="tx1"/>
                        </a:solidFill>
                      </a:rPr>
                      <a:t>Mold drawing</a:t>
                    </a:r>
                    <a:endParaRPr lang="en-MY" sz="1600" dirty="0">
                      <a:solidFill>
                        <a:schemeClr val="tx1"/>
                      </a:solidFill>
                    </a:endParaRPr>
                  </a:p>
                  <a:p>
                    <a:pPr marL="285750" lvl="1" indent="-285750" defTabSz="222250">
                      <a:lnSpc>
                        <a:spcPct val="9000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sz="1600" dirty="0">
                        <a:solidFill>
                          <a:schemeClr val="tx1"/>
                        </a:solidFill>
                      </a:rPr>
                      <a:t>Gantt Chart</a:t>
                    </a:r>
                  </a:p>
                  <a:p>
                    <a:pPr marL="285750" lvl="1" indent="-285750" defTabSz="222250">
                      <a:lnSpc>
                        <a:spcPct val="9000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sz="1600" dirty="0">
                        <a:solidFill>
                          <a:schemeClr val="tx1"/>
                        </a:solidFill>
                      </a:rPr>
                      <a:t>Blue card</a:t>
                    </a:r>
                  </a:p>
                  <a:p>
                    <a:pPr marL="285750" lvl="1" indent="-285750" defTabSz="222250">
                      <a:lnSpc>
                        <a:spcPct val="9000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sz="1600" dirty="0">
                        <a:solidFill>
                          <a:schemeClr val="tx1"/>
                        </a:solidFill>
                      </a:rPr>
                      <a:t>Improvement done</a:t>
                    </a:r>
                    <a:endParaRPr lang="en-MY" sz="16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3" name="Rectangle: Rounded Corners 52">
                    <a:extLst>
                      <a:ext uri="{FF2B5EF4-FFF2-40B4-BE49-F238E27FC236}">
                        <a16:creationId xmlns:a16="http://schemas.microsoft.com/office/drawing/2014/main" id="{4DA6AE3D-2E57-16A4-20BA-B72DDE7CA8FF}"/>
                      </a:ext>
                    </a:extLst>
                  </p:cNvPr>
                  <p:cNvSpPr/>
                  <p:nvPr/>
                </p:nvSpPr>
                <p:spPr>
                  <a:xfrm>
                    <a:off x="4992512" y="2671779"/>
                    <a:ext cx="2028825" cy="1468283"/>
                  </a:xfrm>
                  <a:prstGeom prst="roundRect">
                    <a:avLst/>
                  </a:prstGeom>
                  <a:solidFill>
                    <a:srgbClr val="F2DCDB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b="1" dirty="0">
                        <a:solidFill>
                          <a:schemeClr val="tx1"/>
                        </a:solidFill>
                      </a:rPr>
                      <a:t>Purchaser  </a:t>
                    </a:r>
                    <a:endParaRPr lang="en-MY" b="1" dirty="0">
                      <a:solidFill>
                        <a:schemeClr val="tx1"/>
                      </a:solidFill>
                    </a:endParaRPr>
                  </a:p>
                  <a:p>
                    <a:pPr marL="285750" lvl="1" indent="-285750" defTabSz="222250">
                      <a:lnSpc>
                        <a:spcPct val="9000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sz="1600" dirty="0">
                        <a:solidFill>
                          <a:schemeClr val="tx1"/>
                        </a:solidFill>
                      </a:rPr>
                      <a:t>Material SDS, TDS, FDA</a:t>
                    </a:r>
                  </a:p>
                  <a:p>
                    <a:pPr marL="285750" lvl="1" indent="-285750" defTabSz="222250">
                      <a:lnSpc>
                        <a:spcPct val="9000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sz="1600" dirty="0">
                        <a:solidFill>
                          <a:schemeClr val="tx1"/>
                        </a:solidFill>
                      </a:rPr>
                      <a:t>DO</a:t>
                    </a:r>
                    <a:endParaRPr lang="en-MY" sz="16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4" name="Rectangle: Rounded Corners 53">
                    <a:extLst>
                      <a:ext uri="{FF2B5EF4-FFF2-40B4-BE49-F238E27FC236}">
                        <a16:creationId xmlns:a16="http://schemas.microsoft.com/office/drawing/2014/main" id="{0F017E1E-A298-D44B-D366-ED79AF0D3F83}"/>
                      </a:ext>
                    </a:extLst>
                  </p:cNvPr>
                  <p:cNvSpPr/>
                  <p:nvPr/>
                </p:nvSpPr>
                <p:spPr>
                  <a:xfrm>
                    <a:off x="7124834" y="2710477"/>
                    <a:ext cx="1922024" cy="1468283"/>
                  </a:xfrm>
                  <a:prstGeom prst="round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b="1" dirty="0">
                        <a:solidFill>
                          <a:schemeClr val="tx1"/>
                        </a:solidFill>
                      </a:rPr>
                      <a:t>Production</a:t>
                    </a:r>
                    <a:endParaRPr lang="en-MY" b="1" dirty="0">
                      <a:solidFill>
                        <a:schemeClr val="tx1"/>
                      </a:solidFill>
                    </a:endParaRPr>
                  </a:p>
                  <a:p>
                    <a:pPr marL="285750" lvl="1" indent="-285750" defTabSz="222250">
                      <a:lnSpc>
                        <a:spcPct val="9000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sz="1600" dirty="0">
                        <a:solidFill>
                          <a:schemeClr val="tx1"/>
                        </a:solidFill>
                      </a:rPr>
                      <a:t>Packing Format</a:t>
                    </a:r>
                    <a:endParaRPr lang="en-MY" sz="16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5" name="Rectangle: Rounded Corners 54">
                    <a:extLst>
                      <a:ext uri="{FF2B5EF4-FFF2-40B4-BE49-F238E27FC236}">
                        <a16:creationId xmlns:a16="http://schemas.microsoft.com/office/drawing/2014/main" id="{87357993-9DFA-0C1A-9F0C-F7C27402F507}"/>
                      </a:ext>
                    </a:extLst>
                  </p:cNvPr>
                  <p:cNvSpPr/>
                  <p:nvPr/>
                </p:nvSpPr>
                <p:spPr>
                  <a:xfrm>
                    <a:off x="9133922" y="2878707"/>
                    <a:ext cx="1300300" cy="1100585"/>
                  </a:xfrm>
                  <a:prstGeom prst="roundRect">
                    <a:avLst/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b="1" dirty="0">
                        <a:solidFill>
                          <a:schemeClr val="tx1"/>
                        </a:solidFill>
                      </a:rPr>
                      <a:t>QA</a:t>
                    </a:r>
                    <a:endParaRPr lang="en-MY" b="1" dirty="0">
                      <a:solidFill>
                        <a:schemeClr val="tx1"/>
                      </a:solidFill>
                    </a:endParaRPr>
                  </a:p>
                  <a:p>
                    <a:pPr marL="285750" lvl="1" indent="-285750" defTabSz="222250">
                      <a:lnSpc>
                        <a:spcPct val="9000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sz="1600" dirty="0">
                        <a:solidFill>
                          <a:schemeClr val="tx1"/>
                        </a:solidFill>
                      </a:rPr>
                      <a:t>FAI</a:t>
                    </a:r>
                  </a:p>
                  <a:p>
                    <a:pPr marL="285750" lvl="1" indent="-285750" defTabSz="222250">
                      <a:lnSpc>
                        <a:spcPct val="90000"/>
                      </a:lnSpc>
                      <a:buFont typeface="Arial" panose="020B0604020202020204" pitchFamily="34" charset="0"/>
                      <a:buChar char="•"/>
                    </a:pPr>
                    <a:r>
                      <a:rPr lang="en-US" sz="1600" dirty="0">
                        <a:solidFill>
                          <a:schemeClr val="tx1"/>
                        </a:solidFill>
                      </a:rPr>
                      <a:t>CpCpk</a:t>
                    </a:r>
                    <a:endParaRPr lang="en-MY" sz="16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" name="Rectangle: Rounded Corners 55">
                    <a:extLst>
                      <a:ext uri="{FF2B5EF4-FFF2-40B4-BE49-F238E27FC236}">
                        <a16:creationId xmlns:a16="http://schemas.microsoft.com/office/drawing/2014/main" id="{7A2BC77D-C0EF-EF12-C631-03EE5C58D9A1}"/>
                      </a:ext>
                    </a:extLst>
                  </p:cNvPr>
                  <p:cNvSpPr/>
                  <p:nvPr/>
                </p:nvSpPr>
                <p:spPr>
                  <a:xfrm>
                    <a:off x="10521286" y="2878707"/>
                    <a:ext cx="1300300" cy="1100585"/>
                  </a:xfrm>
                  <a:prstGeom prst="roundRect">
                    <a:avLst/>
                  </a:prstGeom>
                  <a:solidFill>
                    <a:schemeClr val="bg1">
                      <a:lumMod val="9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b="1" dirty="0">
                        <a:solidFill>
                          <a:schemeClr val="tx1"/>
                        </a:solidFill>
                      </a:rPr>
                      <a:t>Others</a:t>
                    </a:r>
                    <a:endParaRPr lang="en-MY" b="1" dirty="0">
                      <a:solidFill>
                        <a:schemeClr val="tx1"/>
                      </a:solidFill>
                    </a:endParaRPr>
                  </a:p>
                  <a:p>
                    <a:pPr marL="0" lvl="1" algn="ctr" defTabSz="222250">
                      <a:lnSpc>
                        <a:spcPct val="90000"/>
                      </a:lnSpc>
                    </a:pPr>
                    <a:r>
                      <a:rPr lang="en-US" sz="1600" dirty="0">
                        <a:solidFill>
                          <a:schemeClr val="tx1"/>
                        </a:solidFill>
                      </a:rPr>
                      <a:t>Based on customer request</a:t>
                    </a:r>
                    <a:endParaRPr lang="en-MY" sz="16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cxnSp>
              <p:nvCxnSpPr>
                <p:cNvPr id="61" name="Straight Arrow Connector 60">
                  <a:extLst>
                    <a:ext uri="{FF2B5EF4-FFF2-40B4-BE49-F238E27FC236}">
                      <a16:creationId xmlns:a16="http://schemas.microsoft.com/office/drawing/2014/main" id="{79C75035-0F6D-2EF3-3A49-2CB2B1758BB7}"/>
                    </a:ext>
                  </a:extLst>
                </p:cNvPr>
                <p:cNvCxnSpPr>
                  <a:cxnSpLocks/>
                  <a:endCxn id="51" idx="0"/>
                </p:cNvCxnSpPr>
                <p:nvPr/>
              </p:nvCxnSpPr>
              <p:spPr>
                <a:xfrm>
                  <a:off x="1281876" y="1548208"/>
                  <a:ext cx="0" cy="106855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Arrow Connector 63">
                  <a:extLst>
                    <a:ext uri="{FF2B5EF4-FFF2-40B4-BE49-F238E27FC236}">
                      <a16:creationId xmlns:a16="http://schemas.microsoft.com/office/drawing/2014/main" id="{A33FDE9F-15EC-EF90-6ABC-0EE3E2BAF6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63229" y="1548208"/>
                  <a:ext cx="3918" cy="71095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Arrow Connector 64">
                  <a:extLst>
                    <a:ext uri="{FF2B5EF4-FFF2-40B4-BE49-F238E27FC236}">
                      <a16:creationId xmlns:a16="http://schemas.microsoft.com/office/drawing/2014/main" id="{4C57FBC8-C20E-C234-29B9-BBFD410E46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85618" y="1548208"/>
                  <a:ext cx="0" cy="137123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Arrow Connector 65">
                  <a:extLst>
                    <a:ext uri="{FF2B5EF4-FFF2-40B4-BE49-F238E27FC236}">
                      <a16:creationId xmlns:a16="http://schemas.microsoft.com/office/drawing/2014/main" id="{604DAA21-CEBA-E41A-3A44-B5B7FB5B1F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84747" y="1548208"/>
                  <a:ext cx="0" cy="1421914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Arrow Connector 66">
                  <a:extLst>
                    <a:ext uri="{FF2B5EF4-FFF2-40B4-BE49-F238E27FC236}">
                      <a16:creationId xmlns:a16="http://schemas.microsoft.com/office/drawing/2014/main" id="{EC72348C-FC83-1BF6-FF92-27489817E2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784932" y="1548208"/>
                  <a:ext cx="0" cy="1619257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Arrow Connector 67">
                  <a:extLst>
                    <a:ext uri="{FF2B5EF4-FFF2-40B4-BE49-F238E27FC236}">
                      <a16:creationId xmlns:a16="http://schemas.microsoft.com/office/drawing/2014/main" id="{0F7DCFCB-7B0A-0BCE-6B48-244BDCD246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172296" y="1548208"/>
                  <a:ext cx="0" cy="161925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7E92F10-EBB9-309D-0BF4-5E867EDC76CA}"/>
                </a:ext>
              </a:extLst>
            </p:cNvPr>
            <p:cNvCxnSpPr>
              <a:cxnSpLocks/>
            </p:cNvCxnSpPr>
            <p:nvPr/>
          </p:nvCxnSpPr>
          <p:spPr>
            <a:xfrm>
              <a:off x="5981700" y="1435882"/>
              <a:ext cx="0" cy="4602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59801A27-93B5-A194-E98F-6B39FAA47D5E}"/>
              </a:ext>
            </a:extLst>
          </p:cNvPr>
          <p:cNvSpPr txBox="1"/>
          <p:nvPr/>
        </p:nvSpPr>
        <p:spPr>
          <a:xfrm>
            <a:off x="282231" y="775009"/>
            <a:ext cx="254975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Documented Information </a:t>
            </a:r>
          </a:p>
        </p:txBody>
      </p:sp>
    </p:spTree>
    <p:extLst>
      <p:ext uri="{BB962C8B-B14F-4D97-AF65-F5344CB8AC3E}">
        <p14:creationId xmlns:p14="http://schemas.microsoft.com/office/powerpoint/2010/main" val="1879586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DABC27C-4D44-E850-FD06-7519AA6E2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DFFA5B-EFF3-F0C1-8165-2C87F129E5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8998"/>
          <a:stretch>
            <a:fillRect/>
          </a:stretch>
        </p:blipFill>
        <p:spPr>
          <a:xfrm>
            <a:off x="175308" y="3133798"/>
            <a:ext cx="2883562" cy="17451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8EF7CC-CDCE-3719-C3DC-20EFBF689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797" y="3119136"/>
            <a:ext cx="7256504" cy="33376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023471E-68D2-6B0C-E5D5-D9B33A5DED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1740"/>
          <a:stretch>
            <a:fillRect/>
          </a:stretch>
        </p:blipFill>
        <p:spPr>
          <a:xfrm>
            <a:off x="175308" y="1389373"/>
            <a:ext cx="2883562" cy="159500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E1BDC6A-87A6-C575-A905-9736EA9B65C7}"/>
              </a:ext>
            </a:extLst>
          </p:cNvPr>
          <p:cNvSpPr txBox="1"/>
          <p:nvPr/>
        </p:nvSpPr>
        <p:spPr>
          <a:xfrm>
            <a:off x="195970" y="133805"/>
            <a:ext cx="4695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Project Management Dashboard (Draft)</a:t>
            </a:r>
            <a:endParaRPr lang="en-MY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D4D9855-11EF-6DA7-0625-B2CD0F7449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972" y="5028389"/>
            <a:ext cx="2714234" cy="152279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B1DBE79-1486-11A5-18EC-DD6498A4D148}"/>
              </a:ext>
            </a:extLst>
          </p:cNvPr>
          <p:cNvSpPr/>
          <p:nvPr/>
        </p:nvSpPr>
        <p:spPr>
          <a:xfrm>
            <a:off x="195970" y="660248"/>
            <a:ext cx="1636295" cy="5357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YEAR 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2025 </a:t>
            </a:r>
            <a:endParaRPr lang="en-MY" dirty="0">
              <a:solidFill>
                <a:sysClr val="windowText" lastClr="0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FB0502-B8AE-6327-59FF-53A0EF6270E8}"/>
              </a:ext>
            </a:extLst>
          </p:cNvPr>
          <p:cNvSpPr/>
          <p:nvPr/>
        </p:nvSpPr>
        <p:spPr>
          <a:xfrm>
            <a:off x="1976777" y="660248"/>
            <a:ext cx="1636295" cy="5357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Enquiry received</a:t>
            </a:r>
          </a:p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56</a:t>
            </a:r>
            <a:endParaRPr lang="en-MY" sz="2000" dirty="0">
              <a:solidFill>
                <a:sysClr val="windowText" lastClr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94BF28-11A9-37C6-42AC-693240785163}"/>
              </a:ext>
            </a:extLst>
          </p:cNvPr>
          <p:cNvSpPr/>
          <p:nvPr/>
        </p:nvSpPr>
        <p:spPr>
          <a:xfrm>
            <a:off x="3757584" y="660248"/>
            <a:ext cx="1636295" cy="5357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NPI Projects</a:t>
            </a:r>
          </a:p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6</a:t>
            </a:r>
            <a:endParaRPr lang="en-MY" sz="2000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E501DA-DA30-5672-C11B-AED6C9E3C59C}"/>
              </a:ext>
            </a:extLst>
          </p:cNvPr>
          <p:cNvSpPr/>
          <p:nvPr/>
        </p:nvSpPr>
        <p:spPr>
          <a:xfrm>
            <a:off x="5538391" y="660247"/>
            <a:ext cx="1636295" cy="5357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In Progress</a:t>
            </a:r>
          </a:p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3</a:t>
            </a:r>
            <a:endParaRPr lang="en-MY" sz="2000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09E303-6254-A31B-2679-144E21281836}"/>
              </a:ext>
            </a:extLst>
          </p:cNvPr>
          <p:cNvSpPr/>
          <p:nvPr/>
        </p:nvSpPr>
        <p:spPr>
          <a:xfrm>
            <a:off x="7319198" y="653612"/>
            <a:ext cx="1636295" cy="5357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On-hold</a:t>
            </a:r>
          </a:p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1</a:t>
            </a:r>
            <a:endParaRPr lang="en-MY" sz="2000" dirty="0">
              <a:solidFill>
                <a:sysClr val="windowText" lastClr="0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99E6EB-1E4C-F267-41A5-0D2C827021CE}"/>
              </a:ext>
            </a:extLst>
          </p:cNvPr>
          <p:cNvSpPr/>
          <p:nvPr/>
        </p:nvSpPr>
        <p:spPr>
          <a:xfrm>
            <a:off x="9100005" y="643987"/>
            <a:ext cx="1636295" cy="53572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Completed</a:t>
            </a:r>
          </a:p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2</a:t>
            </a:r>
            <a:endParaRPr lang="en-MY" sz="200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B577115-CA62-E836-FE92-E6DA96361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493191"/>
              </p:ext>
            </p:extLst>
          </p:nvPr>
        </p:nvGraphicFramePr>
        <p:xfrm>
          <a:off x="3479797" y="1389373"/>
          <a:ext cx="7256503" cy="145603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29361">
                  <a:extLst>
                    <a:ext uri="{9D8B030D-6E8A-4147-A177-3AD203B41FA5}">
                      <a16:colId xmlns:a16="http://schemas.microsoft.com/office/drawing/2014/main" val="1717586640"/>
                    </a:ext>
                  </a:extLst>
                </a:gridCol>
                <a:gridCol w="1425583">
                  <a:extLst>
                    <a:ext uri="{9D8B030D-6E8A-4147-A177-3AD203B41FA5}">
                      <a16:colId xmlns:a16="http://schemas.microsoft.com/office/drawing/2014/main" val="365964495"/>
                    </a:ext>
                  </a:extLst>
                </a:gridCol>
                <a:gridCol w="1922765">
                  <a:extLst>
                    <a:ext uri="{9D8B030D-6E8A-4147-A177-3AD203B41FA5}">
                      <a16:colId xmlns:a16="http://schemas.microsoft.com/office/drawing/2014/main" val="4244284128"/>
                    </a:ext>
                  </a:extLst>
                </a:gridCol>
                <a:gridCol w="1953928">
                  <a:extLst>
                    <a:ext uri="{9D8B030D-6E8A-4147-A177-3AD203B41FA5}">
                      <a16:colId xmlns:a16="http://schemas.microsoft.com/office/drawing/2014/main" val="1638120505"/>
                    </a:ext>
                  </a:extLst>
                </a:gridCol>
                <a:gridCol w="924866">
                  <a:extLst>
                    <a:ext uri="{9D8B030D-6E8A-4147-A177-3AD203B41FA5}">
                      <a16:colId xmlns:a16="http://schemas.microsoft.com/office/drawing/2014/main" val="2309525217"/>
                    </a:ext>
                  </a:extLst>
                </a:gridCol>
              </a:tblGrid>
              <a:tr h="22759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NPI Projects  List</a:t>
                      </a:r>
                      <a:endParaRPr lang="en-MY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Start Date </a:t>
                      </a:r>
                      <a:endParaRPr lang="en-MY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Completion Date </a:t>
                      </a:r>
                      <a:endParaRPr lang="en-MY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Status</a:t>
                      </a:r>
                      <a:endParaRPr lang="en-MY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Progress </a:t>
                      </a:r>
                      <a:endParaRPr lang="en-MY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676601"/>
                  </a:ext>
                </a:extLst>
              </a:tr>
              <a:tr h="261139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Project A</a:t>
                      </a:r>
                      <a:endParaRPr lang="en-MY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12 Jan 2025</a:t>
                      </a:r>
                      <a:endParaRPr lang="en-MY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8 December 2025</a:t>
                      </a:r>
                      <a:endParaRPr lang="en-MY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Mold fabrication in progress.</a:t>
                      </a:r>
                      <a:endParaRPr lang="en-MY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60%</a:t>
                      </a:r>
                      <a:endParaRPr lang="en-MY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464319"/>
                  </a:ext>
                </a:extLst>
              </a:tr>
              <a:tr h="2611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Project B</a:t>
                      </a:r>
                      <a:endParaRPr lang="en-MY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5 July 2025</a:t>
                      </a:r>
                      <a:endParaRPr lang="en-MY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19 November 2025</a:t>
                      </a:r>
                      <a:endParaRPr lang="en-MY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Pending customer feedback.</a:t>
                      </a:r>
                      <a:endParaRPr lang="en-MY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80%</a:t>
                      </a:r>
                      <a:endParaRPr lang="en-MY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122278"/>
                  </a:ext>
                </a:extLst>
              </a:tr>
              <a:tr h="2611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Project C</a:t>
                      </a:r>
                      <a:endParaRPr lang="en-MY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7 September 2025</a:t>
                      </a:r>
                      <a:endParaRPr lang="en-MY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6 January 2026</a:t>
                      </a:r>
                      <a:endParaRPr lang="en-MY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PO issuance to mold maker.</a:t>
                      </a:r>
                      <a:endParaRPr lang="en-MY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10%</a:t>
                      </a:r>
                      <a:endParaRPr lang="en-MY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92703"/>
                  </a:ext>
                </a:extLst>
              </a:tr>
              <a:tr h="2611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Project D</a:t>
                      </a:r>
                      <a:endParaRPr lang="en-MY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16 August 2025</a:t>
                      </a:r>
                      <a:endParaRPr lang="en-MY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11 December 2025</a:t>
                      </a:r>
                      <a:endParaRPr lang="en-MY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Sample submission to customer. </a:t>
                      </a:r>
                      <a:endParaRPr lang="en-MY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ysClr val="windowText" lastClr="000000"/>
                          </a:solidFill>
                        </a:rPr>
                        <a:t>40%</a:t>
                      </a:r>
                      <a:endParaRPr lang="en-MY" sz="105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096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9904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1CF6D-9EBF-2416-A430-D5885DE59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6CEEF27-976C-4455-A9B2-2345D8290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3072" y="1591422"/>
            <a:ext cx="7858125" cy="4800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A14581-1CCD-5EDD-0FE7-E2F4773405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998"/>
          <a:stretch>
            <a:fillRect/>
          </a:stretch>
        </p:blipFill>
        <p:spPr>
          <a:xfrm>
            <a:off x="175308" y="3119136"/>
            <a:ext cx="2883562" cy="17451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BFE7A8D-CCFF-55F4-7601-6410F71199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1740"/>
          <a:stretch>
            <a:fillRect/>
          </a:stretch>
        </p:blipFill>
        <p:spPr>
          <a:xfrm>
            <a:off x="225398" y="1360048"/>
            <a:ext cx="2883562" cy="159500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52B7854-B92C-287D-6BD1-7D03556B4FD1}"/>
              </a:ext>
            </a:extLst>
          </p:cNvPr>
          <p:cNvSpPr txBox="1"/>
          <p:nvPr/>
        </p:nvSpPr>
        <p:spPr>
          <a:xfrm>
            <a:off x="195970" y="133805"/>
            <a:ext cx="4695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Project Management Dashboard (Draft)</a:t>
            </a:r>
            <a:endParaRPr lang="en-MY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8CB845D-4B39-4C0A-1009-6C089077CC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972" y="5028389"/>
            <a:ext cx="2714234" cy="152279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536D872-021F-7CDF-0A3A-5D6FA9603FF1}"/>
              </a:ext>
            </a:extLst>
          </p:cNvPr>
          <p:cNvSpPr/>
          <p:nvPr/>
        </p:nvSpPr>
        <p:spPr>
          <a:xfrm>
            <a:off x="195970" y="660248"/>
            <a:ext cx="1636295" cy="5357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YEAR 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2025 </a:t>
            </a:r>
            <a:endParaRPr lang="en-MY" dirty="0">
              <a:solidFill>
                <a:sysClr val="windowText" lastClr="0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BCD04A-432C-034B-FD84-A99B77BF2BA6}"/>
              </a:ext>
            </a:extLst>
          </p:cNvPr>
          <p:cNvSpPr/>
          <p:nvPr/>
        </p:nvSpPr>
        <p:spPr>
          <a:xfrm>
            <a:off x="1976777" y="660248"/>
            <a:ext cx="1636295" cy="5357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Enquiry received</a:t>
            </a:r>
          </a:p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56</a:t>
            </a:r>
            <a:endParaRPr lang="en-MY" sz="2000" dirty="0">
              <a:solidFill>
                <a:sysClr val="windowText" lastClr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FE71A8-D7E0-3EB5-F50D-F95039B132E6}"/>
              </a:ext>
            </a:extLst>
          </p:cNvPr>
          <p:cNvSpPr/>
          <p:nvPr/>
        </p:nvSpPr>
        <p:spPr>
          <a:xfrm>
            <a:off x="3757584" y="660248"/>
            <a:ext cx="1636295" cy="5357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NPI Projects</a:t>
            </a:r>
          </a:p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6</a:t>
            </a:r>
            <a:endParaRPr lang="en-MY" sz="2000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05EC7B-6E30-CADF-FEF6-9057A4D42516}"/>
              </a:ext>
            </a:extLst>
          </p:cNvPr>
          <p:cNvSpPr/>
          <p:nvPr/>
        </p:nvSpPr>
        <p:spPr>
          <a:xfrm>
            <a:off x="5538391" y="660247"/>
            <a:ext cx="1636295" cy="5357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In Progress</a:t>
            </a:r>
          </a:p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3</a:t>
            </a:r>
            <a:endParaRPr lang="en-MY" sz="2000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F44BC3-0BCA-A954-FCE1-88A49C5DB4ED}"/>
              </a:ext>
            </a:extLst>
          </p:cNvPr>
          <p:cNvSpPr/>
          <p:nvPr/>
        </p:nvSpPr>
        <p:spPr>
          <a:xfrm>
            <a:off x="7319198" y="653612"/>
            <a:ext cx="1636295" cy="5357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On-hold</a:t>
            </a:r>
          </a:p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1</a:t>
            </a:r>
            <a:endParaRPr lang="en-MY" sz="2000" dirty="0">
              <a:solidFill>
                <a:sysClr val="windowText" lastClr="0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C5211B-0201-2001-B0E4-4C52943BF9E9}"/>
              </a:ext>
            </a:extLst>
          </p:cNvPr>
          <p:cNvSpPr/>
          <p:nvPr/>
        </p:nvSpPr>
        <p:spPr>
          <a:xfrm>
            <a:off x="9100005" y="643987"/>
            <a:ext cx="1636295" cy="53572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Completed</a:t>
            </a:r>
          </a:p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2</a:t>
            </a:r>
            <a:endParaRPr lang="en-MY" sz="2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416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76A0E-0E01-592E-DE2E-289EDD280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287DD7A-4A3D-029C-99AF-C1FD30A04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3072" y="1591422"/>
            <a:ext cx="7858125" cy="4800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8D349C-E6B8-1460-5830-20A5F57751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998"/>
          <a:stretch>
            <a:fillRect/>
          </a:stretch>
        </p:blipFill>
        <p:spPr>
          <a:xfrm>
            <a:off x="175308" y="3119136"/>
            <a:ext cx="2883562" cy="17451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727C070-E5AA-D42C-FF36-5D7106F513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1740"/>
          <a:stretch>
            <a:fillRect/>
          </a:stretch>
        </p:blipFill>
        <p:spPr>
          <a:xfrm>
            <a:off x="225398" y="1360048"/>
            <a:ext cx="2883562" cy="159500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B0E15A8-0712-BF72-9B22-798F6F80AA65}"/>
              </a:ext>
            </a:extLst>
          </p:cNvPr>
          <p:cNvSpPr txBox="1"/>
          <p:nvPr/>
        </p:nvSpPr>
        <p:spPr>
          <a:xfrm>
            <a:off x="195970" y="133805"/>
            <a:ext cx="4695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Project Management Dashboard (Draft)</a:t>
            </a:r>
            <a:endParaRPr lang="en-MY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B894349-913A-9CE2-58AC-6EF851EF29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972" y="5028389"/>
            <a:ext cx="2714234" cy="152279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C8655D4-7E38-4F0A-6894-E5CE8FE204BE}"/>
              </a:ext>
            </a:extLst>
          </p:cNvPr>
          <p:cNvSpPr/>
          <p:nvPr/>
        </p:nvSpPr>
        <p:spPr>
          <a:xfrm>
            <a:off x="195970" y="660248"/>
            <a:ext cx="1636295" cy="5357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YEAR 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2025 </a:t>
            </a:r>
            <a:endParaRPr lang="en-MY" dirty="0">
              <a:solidFill>
                <a:sysClr val="windowText" lastClr="0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E9BDA1-154E-4A40-CF65-C5FD135C9C5A}"/>
              </a:ext>
            </a:extLst>
          </p:cNvPr>
          <p:cNvSpPr/>
          <p:nvPr/>
        </p:nvSpPr>
        <p:spPr>
          <a:xfrm>
            <a:off x="1976777" y="660248"/>
            <a:ext cx="1636295" cy="5357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Enquiry received</a:t>
            </a:r>
          </a:p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56</a:t>
            </a:r>
            <a:endParaRPr lang="en-MY" sz="2000" dirty="0">
              <a:solidFill>
                <a:sysClr val="windowText" lastClr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0E75B0-85F9-0AD2-8A99-AC8D0C90454D}"/>
              </a:ext>
            </a:extLst>
          </p:cNvPr>
          <p:cNvSpPr/>
          <p:nvPr/>
        </p:nvSpPr>
        <p:spPr>
          <a:xfrm>
            <a:off x="3757584" y="660248"/>
            <a:ext cx="1636295" cy="5357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NPI Projects</a:t>
            </a:r>
          </a:p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6</a:t>
            </a:r>
            <a:endParaRPr lang="en-MY" sz="2000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F519CA-B88F-D485-007A-5D365FC86AF0}"/>
              </a:ext>
            </a:extLst>
          </p:cNvPr>
          <p:cNvSpPr/>
          <p:nvPr/>
        </p:nvSpPr>
        <p:spPr>
          <a:xfrm>
            <a:off x="5538391" y="660247"/>
            <a:ext cx="1636295" cy="5357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In Progress</a:t>
            </a:r>
          </a:p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3</a:t>
            </a:r>
            <a:endParaRPr lang="en-MY" sz="2000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4AEF1C-9CF4-8472-F4C5-A511A4EFB978}"/>
              </a:ext>
            </a:extLst>
          </p:cNvPr>
          <p:cNvSpPr/>
          <p:nvPr/>
        </p:nvSpPr>
        <p:spPr>
          <a:xfrm>
            <a:off x="7319198" y="653612"/>
            <a:ext cx="1636295" cy="5357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On-hold</a:t>
            </a:r>
          </a:p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1</a:t>
            </a:r>
            <a:endParaRPr lang="en-MY" sz="2000" dirty="0">
              <a:solidFill>
                <a:sysClr val="windowText" lastClr="0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060C05-655D-B447-9F93-8EF76D831925}"/>
              </a:ext>
            </a:extLst>
          </p:cNvPr>
          <p:cNvSpPr/>
          <p:nvPr/>
        </p:nvSpPr>
        <p:spPr>
          <a:xfrm>
            <a:off x="9100005" y="643987"/>
            <a:ext cx="1636295" cy="53572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Completed</a:t>
            </a:r>
          </a:p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2</a:t>
            </a:r>
            <a:endParaRPr lang="en-MY" sz="2000" dirty="0">
              <a:solidFill>
                <a:sysClr val="windowText" lastClr="00000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7E4B111-F1FB-AA0F-57FD-DB9561E1EFE4}"/>
              </a:ext>
            </a:extLst>
          </p:cNvPr>
          <p:cNvGrpSpPr/>
          <p:nvPr/>
        </p:nvGrpSpPr>
        <p:grpSpPr>
          <a:xfrm>
            <a:off x="1864766" y="465978"/>
            <a:ext cx="2218880" cy="1820022"/>
            <a:chOff x="3757584" y="2223436"/>
            <a:chExt cx="2218880" cy="129496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0A49AC8-DD5B-C090-1A1B-AB93328464D6}"/>
                </a:ext>
              </a:extLst>
            </p:cNvPr>
            <p:cNvSpPr/>
            <p:nvPr/>
          </p:nvSpPr>
          <p:spPr>
            <a:xfrm>
              <a:off x="3757584" y="2223436"/>
              <a:ext cx="1853944" cy="577516"/>
            </a:xfrm>
            <a:prstGeom prst="rect">
              <a:avLst/>
            </a:prstGeom>
            <a:noFill/>
            <a:ln w="57150"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7" name="Arrow: Left 6">
              <a:extLst>
                <a:ext uri="{FF2B5EF4-FFF2-40B4-BE49-F238E27FC236}">
                  <a16:creationId xmlns:a16="http://schemas.microsoft.com/office/drawing/2014/main" id="{0E922A9F-ACFA-FF3E-EC6B-834331B915A1}"/>
                </a:ext>
              </a:extLst>
            </p:cNvPr>
            <p:cNvSpPr/>
            <p:nvPr/>
          </p:nvSpPr>
          <p:spPr>
            <a:xfrm rot="2825148">
              <a:off x="5344105" y="2886039"/>
              <a:ext cx="863829" cy="400888"/>
            </a:xfrm>
            <a:prstGeom prst="leftArrow">
              <a:avLst>
                <a:gd name="adj1" fmla="val 38198"/>
                <a:gd name="adj2" fmla="val 91150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  <p:extLst>
      <p:ext uri="{BB962C8B-B14F-4D97-AF65-F5344CB8AC3E}">
        <p14:creationId xmlns:p14="http://schemas.microsoft.com/office/powerpoint/2010/main" val="2475555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75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875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378B8-C0DA-8A89-6E5A-A05BF49E0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309034"/>
            <a:ext cx="10972800" cy="1143000"/>
          </a:xfrm>
        </p:spPr>
        <p:txBody>
          <a:bodyPr/>
          <a:lstStyle/>
          <a:p>
            <a:r>
              <a:rPr lang="en-US" dirty="0"/>
              <a:t>Enquiry received</a:t>
            </a:r>
            <a:endParaRPr lang="en-MY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623D7E0-3F3A-4CAE-5521-A4F4536728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7705662"/>
              </p:ext>
            </p:extLst>
          </p:nvPr>
        </p:nvGraphicFramePr>
        <p:xfrm>
          <a:off x="2019300" y="1921933"/>
          <a:ext cx="6819900" cy="3750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100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26F22-1B7A-9408-7E8F-03A3AB895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D0FAEA1-6F59-77F6-F7BF-C10DBF22F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3072" y="1591422"/>
            <a:ext cx="7858125" cy="4800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5D80BC-72E5-CD59-EC13-B26C384226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998"/>
          <a:stretch>
            <a:fillRect/>
          </a:stretch>
        </p:blipFill>
        <p:spPr>
          <a:xfrm>
            <a:off x="175308" y="3119136"/>
            <a:ext cx="2883562" cy="17451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10FB537-F5A1-23DD-2260-29F19BA4F3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1740"/>
          <a:stretch>
            <a:fillRect/>
          </a:stretch>
        </p:blipFill>
        <p:spPr>
          <a:xfrm>
            <a:off x="225398" y="1360048"/>
            <a:ext cx="2883562" cy="159500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6334B62-46F5-F49C-4626-D0AD7E7315F1}"/>
              </a:ext>
            </a:extLst>
          </p:cNvPr>
          <p:cNvSpPr txBox="1"/>
          <p:nvPr/>
        </p:nvSpPr>
        <p:spPr>
          <a:xfrm>
            <a:off x="195970" y="133805"/>
            <a:ext cx="4695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Project Management Dashboard (Draft)</a:t>
            </a:r>
            <a:endParaRPr lang="en-MY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DCE66A1-2CDE-AA90-F8A8-EB70D9E664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972" y="5028389"/>
            <a:ext cx="2714234" cy="152279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0538A6D-6CE5-EAD1-1A0E-8458F18B097F}"/>
              </a:ext>
            </a:extLst>
          </p:cNvPr>
          <p:cNvSpPr/>
          <p:nvPr/>
        </p:nvSpPr>
        <p:spPr>
          <a:xfrm>
            <a:off x="195970" y="660248"/>
            <a:ext cx="1636295" cy="5357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YEAR 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2025 </a:t>
            </a:r>
            <a:endParaRPr lang="en-MY" dirty="0">
              <a:solidFill>
                <a:sysClr val="windowText" lastClr="0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1BBDC8-D76F-9E9C-648E-54249A63F90A}"/>
              </a:ext>
            </a:extLst>
          </p:cNvPr>
          <p:cNvSpPr/>
          <p:nvPr/>
        </p:nvSpPr>
        <p:spPr>
          <a:xfrm>
            <a:off x="1976777" y="660248"/>
            <a:ext cx="1636295" cy="5357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Enquiry received</a:t>
            </a:r>
          </a:p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56</a:t>
            </a:r>
            <a:endParaRPr lang="en-MY" sz="2000" dirty="0">
              <a:solidFill>
                <a:sysClr val="windowText" lastClr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13D651-BD0A-E905-E19F-C604E82FEED6}"/>
              </a:ext>
            </a:extLst>
          </p:cNvPr>
          <p:cNvSpPr/>
          <p:nvPr/>
        </p:nvSpPr>
        <p:spPr>
          <a:xfrm>
            <a:off x="3757584" y="660248"/>
            <a:ext cx="1636295" cy="5357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NPI Projects</a:t>
            </a:r>
          </a:p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6</a:t>
            </a:r>
            <a:endParaRPr lang="en-MY" sz="2000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022611-AEAF-C4A5-082A-B4BF3DDBA032}"/>
              </a:ext>
            </a:extLst>
          </p:cNvPr>
          <p:cNvSpPr/>
          <p:nvPr/>
        </p:nvSpPr>
        <p:spPr>
          <a:xfrm>
            <a:off x="5538391" y="660247"/>
            <a:ext cx="1636295" cy="5357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In Progress</a:t>
            </a:r>
          </a:p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3</a:t>
            </a:r>
            <a:endParaRPr lang="en-MY" sz="2000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5E77C0-4BAA-17A7-C653-AFE35F446D1E}"/>
              </a:ext>
            </a:extLst>
          </p:cNvPr>
          <p:cNvSpPr/>
          <p:nvPr/>
        </p:nvSpPr>
        <p:spPr>
          <a:xfrm>
            <a:off x="7319198" y="653612"/>
            <a:ext cx="1636295" cy="5357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On-hold</a:t>
            </a:r>
          </a:p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1</a:t>
            </a:r>
            <a:endParaRPr lang="en-MY" sz="2000" dirty="0">
              <a:solidFill>
                <a:sysClr val="windowText" lastClr="0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B6D28C-7033-F31D-897B-8813BF0E7736}"/>
              </a:ext>
            </a:extLst>
          </p:cNvPr>
          <p:cNvSpPr/>
          <p:nvPr/>
        </p:nvSpPr>
        <p:spPr>
          <a:xfrm>
            <a:off x="9100005" y="643987"/>
            <a:ext cx="1636295" cy="53572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Completed</a:t>
            </a:r>
          </a:p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2</a:t>
            </a:r>
            <a:endParaRPr lang="en-MY" sz="2000" dirty="0">
              <a:solidFill>
                <a:sysClr val="windowText" lastClr="00000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CB360DC-F004-B032-9BA0-663D192D961D}"/>
              </a:ext>
            </a:extLst>
          </p:cNvPr>
          <p:cNvGrpSpPr/>
          <p:nvPr/>
        </p:nvGrpSpPr>
        <p:grpSpPr>
          <a:xfrm>
            <a:off x="3613072" y="503137"/>
            <a:ext cx="2218880" cy="1820022"/>
            <a:chOff x="3757584" y="2223436"/>
            <a:chExt cx="2218880" cy="129496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501D271-D951-FB45-7AC8-D2B14A1CC395}"/>
                </a:ext>
              </a:extLst>
            </p:cNvPr>
            <p:cNvSpPr/>
            <p:nvPr/>
          </p:nvSpPr>
          <p:spPr>
            <a:xfrm>
              <a:off x="3757584" y="2223436"/>
              <a:ext cx="1853944" cy="577516"/>
            </a:xfrm>
            <a:prstGeom prst="rect">
              <a:avLst/>
            </a:prstGeom>
            <a:noFill/>
            <a:ln w="57150"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7" name="Arrow: Left 6">
              <a:extLst>
                <a:ext uri="{FF2B5EF4-FFF2-40B4-BE49-F238E27FC236}">
                  <a16:creationId xmlns:a16="http://schemas.microsoft.com/office/drawing/2014/main" id="{01974A52-DAA1-0E46-3489-1FDFA857DD34}"/>
                </a:ext>
              </a:extLst>
            </p:cNvPr>
            <p:cNvSpPr/>
            <p:nvPr/>
          </p:nvSpPr>
          <p:spPr>
            <a:xfrm rot="2825148">
              <a:off x="5344105" y="2886039"/>
              <a:ext cx="863829" cy="400888"/>
            </a:xfrm>
            <a:prstGeom prst="leftArrow">
              <a:avLst>
                <a:gd name="adj1" fmla="val 38198"/>
                <a:gd name="adj2" fmla="val 91150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  <p:extLst>
      <p:ext uri="{BB962C8B-B14F-4D97-AF65-F5344CB8AC3E}">
        <p14:creationId xmlns:p14="http://schemas.microsoft.com/office/powerpoint/2010/main" val="3392197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75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875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2CDFF-CF3E-1BD5-2F31-98AFD1455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6B756-517E-683C-62D6-A518D35A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309034"/>
            <a:ext cx="10972800" cy="1143000"/>
          </a:xfrm>
        </p:spPr>
        <p:txBody>
          <a:bodyPr/>
          <a:lstStyle/>
          <a:p>
            <a:r>
              <a:rPr lang="en-US" dirty="0"/>
              <a:t>NPI projects</a:t>
            </a:r>
            <a:endParaRPr lang="en-MY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FCB2F59-88DF-11D4-3D55-DAAE3A18D4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6131716"/>
              </p:ext>
            </p:extLst>
          </p:nvPr>
        </p:nvGraphicFramePr>
        <p:xfrm>
          <a:off x="2019300" y="1921933"/>
          <a:ext cx="6819900" cy="3750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806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ECD77-C01B-6ACB-2C1E-6D69FEBAA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74260EE-46F6-017E-F194-07FC81DDF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3072" y="1591422"/>
            <a:ext cx="7858125" cy="4800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95681D-A58B-44FF-6119-A84A50158E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8998"/>
          <a:stretch>
            <a:fillRect/>
          </a:stretch>
        </p:blipFill>
        <p:spPr>
          <a:xfrm>
            <a:off x="175308" y="3119136"/>
            <a:ext cx="2883562" cy="17451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DAEDF5D-90B5-4152-CE78-4621B3170C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1740"/>
          <a:stretch>
            <a:fillRect/>
          </a:stretch>
        </p:blipFill>
        <p:spPr>
          <a:xfrm>
            <a:off x="225398" y="1360048"/>
            <a:ext cx="2883562" cy="159500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F8E9E78-04B6-E5C8-9E92-38017F563392}"/>
              </a:ext>
            </a:extLst>
          </p:cNvPr>
          <p:cNvSpPr txBox="1"/>
          <p:nvPr/>
        </p:nvSpPr>
        <p:spPr>
          <a:xfrm>
            <a:off x="195970" y="133805"/>
            <a:ext cx="4695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Project Management Dashboard (Draft)</a:t>
            </a:r>
            <a:endParaRPr lang="en-MY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4BD54BB-93B9-B7F4-D63A-455B195A63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972" y="5028389"/>
            <a:ext cx="2714234" cy="152279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8C2DC30-0E42-0EE7-0A26-923D85A76348}"/>
              </a:ext>
            </a:extLst>
          </p:cNvPr>
          <p:cNvSpPr/>
          <p:nvPr/>
        </p:nvSpPr>
        <p:spPr>
          <a:xfrm>
            <a:off x="195970" y="660248"/>
            <a:ext cx="1636295" cy="5357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YEAR 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2025 </a:t>
            </a:r>
            <a:endParaRPr lang="en-MY" dirty="0">
              <a:solidFill>
                <a:sysClr val="windowText" lastClr="0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7BEAB6-C74C-B13E-B694-EC706B6F8527}"/>
              </a:ext>
            </a:extLst>
          </p:cNvPr>
          <p:cNvSpPr/>
          <p:nvPr/>
        </p:nvSpPr>
        <p:spPr>
          <a:xfrm>
            <a:off x="1976777" y="660248"/>
            <a:ext cx="1636295" cy="5357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Enquiry received</a:t>
            </a:r>
          </a:p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56</a:t>
            </a:r>
            <a:endParaRPr lang="en-MY" sz="2000" dirty="0">
              <a:solidFill>
                <a:sysClr val="windowText" lastClr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1CD2F8-22DA-7A07-A88B-D54D21440504}"/>
              </a:ext>
            </a:extLst>
          </p:cNvPr>
          <p:cNvSpPr/>
          <p:nvPr/>
        </p:nvSpPr>
        <p:spPr>
          <a:xfrm>
            <a:off x="3757584" y="660248"/>
            <a:ext cx="1636295" cy="5357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NPI Projects</a:t>
            </a:r>
          </a:p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6</a:t>
            </a:r>
            <a:endParaRPr lang="en-MY" sz="2000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C2F670-3CC8-D5D3-4248-F7425590AB4C}"/>
              </a:ext>
            </a:extLst>
          </p:cNvPr>
          <p:cNvSpPr/>
          <p:nvPr/>
        </p:nvSpPr>
        <p:spPr>
          <a:xfrm>
            <a:off x="5538391" y="660247"/>
            <a:ext cx="1636295" cy="5357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In Progress</a:t>
            </a:r>
          </a:p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3</a:t>
            </a:r>
            <a:endParaRPr lang="en-MY" sz="2000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EDD140-38A0-E271-2562-4C7518456F97}"/>
              </a:ext>
            </a:extLst>
          </p:cNvPr>
          <p:cNvSpPr/>
          <p:nvPr/>
        </p:nvSpPr>
        <p:spPr>
          <a:xfrm>
            <a:off x="7319198" y="653612"/>
            <a:ext cx="1636295" cy="5357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On-hold</a:t>
            </a:r>
          </a:p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1</a:t>
            </a:r>
            <a:endParaRPr lang="en-MY" sz="2000" dirty="0">
              <a:solidFill>
                <a:sysClr val="windowText" lastClr="0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823183-B757-2311-9645-289E108BA0FB}"/>
              </a:ext>
            </a:extLst>
          </p:cNvPr>
          <p:cNvSpPr/>
          <p:nvPr/>
        </p:nvSpPr>
        <p:spPr>
          <a:xfrm>
            <a:off x="9100005" y="643987"/>
            <a:ext cx="1636295" cy="53572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</a:rPr>
              <a:t>Completed</a:t>
            </a:r>
          </a:p>
          <a:p>
            <a:pPr algn="ctr"/>
            <a:r>
              <a:rPr lang="en-US" sz="2000" dirty="0">
                <a:solidFill>
                  <a:sysClr val="windowText" lastClr="000000"/>
                </a:solidFill>
              </a:rPr>
              <a:t>2</a:t>
            </a:r>
            <a:endParaRPr lang="en-MY" sz="2000" dirty="0">
              <a:solidFill>
                <a:sysClr val="windowText" lastClr="00000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20FF480-D17E-8124-CB67-D0590488A8D4}"/>
              </a:ext>
            </a:extLst>
          </p:cNvPr>
          <p:cNvGrpSpPr/>
          <p:nvPr/>
        </p:nvGrpSpPr>
        <p:grpSpPr>
          <a:xfrm>
            <a:off x="3757584" y="2223436"/>
            <a:ext cx="2218880" cy="1294961"/>
            <a:chOff x="3757584" y="2223436"/>
            <a:chExt cx="2218880" cy="129496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9A0101-BEE2-8D86-1595-DF3B38833D92}"/>
                </a:ext>
              </a:extLst>
            </p:cNvPr>
            <p:cNvSpPr/>
            <p:nvPr/>
          </p:nvSpPr>
          <p:spPr>
            <a:xfrm>
              <a:off x="3757584" y="2223436"/>
              <a:ext cx="1853944" cy="577516"/>
            </a:xfrm>
            <a:prstGeom prst="rect">
              <a:avLst/>
            </a:prstGeom>
            <a:noFill/>
            <a:ln w="57150"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7" name="Arrow: Left 6">
              <a:extLst>
                <a:ext uri="{FF2B5EF4-FFF2-40B4-BE49-F238E27FC236}">
                  <a16:creationId xmlns:a16="http://schemas.microsoft.com/office/drawing/2014/main" id="{88547501-A6C9-962B-85B9-204F99599115}"/>
                </a:ext>
              </a:extLst>
            </p:cNvPr>
            <p:cNvSpPr/>
            <p:nvPr/>
          </p:nvSpPr>
          <p:spPr>
            <a:xfrm rot="2825148">
              <a:off x="5344105" y="2886039"/>
              <a:ext cx="863829" cy="400888"/>
            </a:xfrm>
            <a:prstGeom prst="leftArrow">
              <a:avLst>
                <a:gd name="adj1" fmla="val 38198"/>
                <a:gd name="adj2" fmla="val 91150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  <p:extLst>
      <p:ext uri="{BB962C8B-B14F-4D97-AF65-F5344CB8AC3E}">
        <p14:creationId xmlns:p14="http://schemas.microsoft.com/office/powerpoint/2010/main" val="1941918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75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875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7B214-A221-759E-ABD2-FFE3BEAAF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 descr="Document with solid fill">
            <a:extLst>
              <a:ext uri="{FF2B5EF4-FFF2-40B4-BE49-F238E27FC236}">
                <a16:creationId xmlns:a16="http://schemas.microsoft.com/office/drawing/2014/main" id="{8552F9D8-E5F4-D80E-F0EF-157B288F3F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3405981"/>
            <a:ext cx="914400" cy="91440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7597B9-BDB9-DDAB-351E-4048CF4288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40" b="7048"/>
          <a:stretch>
            <a:fillRect/>
          </a:stretch>
        </p:blipFill>
        <p:spPr>
          <a:xfrm>
            <a:off x="95250" y="96837"/>
            <a:ext cx="11344689" cy="602932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DFC8BBD-4AA9-78E8-366A-A83B01919694}"/>
              </a:ext>
            </a:extLst>
          </p:cNvPr>
          <p:cNvSpPr/>
          <p:nvPr/>
        </p:nvSpPr>
        <p:spPr>
          <a:xfrm>
            <a:off x="3803618" y="2926080"/>
            <a:ext cx="7550182" cy="3200084"/>
          </a:xfrm>
          <a:prstGeom prst="rect">
            <a:avLst/>
          </a:prstGeom>
          <a:solidFill>
            <a:schemeClr val="accent1">
              <a:alpha val="77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dirty="0">
                <a:solidFill>
                  <a:schemeClr val="tx1"/>
                </a:solidFill>
              </a:rPr>
              <a:t>Gantt Chart </a:t>
            </a:r>
            <a:endParaRPr lang="en-MY" sz="11500" dirty="0">
              <a:solidFill>
                <a:schemeClr val="tx1"/>
              </a:solidFill>
            </a:endParaRPr>
          </a:p>
        </p:txBody>
      </p:sp>
      <p:pic>
        <p:nvPicPr>
          <p:cNvPr id="14" name="Graphic 13" descr="Document with solid fill">
            <a:extLst>
              <a:ext uri="{FF2B5EF4-FFF2-40B4-BE49-F238E27FC236}">
                <a16:creationId xmlns:a16="http://schemas.microsoft.com/office/drawing/2014/main" id="{D1A9DD7B-1759-C2E1-571C-AE792B7F7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13008" y="1056656"/>
            <a:ext cx="538783" cy="5387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F90BA9-16DE-B399-DB09-8680CD811CC9}"/>
              </a:ext>
            </a:extLst>
          </p:cNvPr>
          <p:cNvSpPr txBox="1"/>
          <p:nvPr/>
        </p:nvSpPr>
        <p:spPr>
          <a:xfrm>
            <a:off x="11192161" y="1821348"/>
            <a:ext cx="13192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Documents</a:t>
            </a:r>
            <a:endParaRPr lang="en-MY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CF4BA7-F918-E1FA-5A31-9D4C34959B5A}"/>
              </a:ext>
            </a:extLst>
          </p:cNvPr>
          <p:cNvSpPr/>
          <p:nvPr/>
        </p:nvSpPr>
        <p:spPr>
          <a:xfrm>
            <a:off x="350830" y="4488022"/>
            <a:ext cx="3248009" cy="1498600"/>
          </a:xfrm>
          <a:prstGeom prst="rect">
            <a:avLst/>
          </a:prstGeom>
          <a:solidFill>
            <a:schemeClr val="accent5">
              <a:lumMod val="20000"/>
              <a:lumOff val="80000"/>
              <a:alpha val="77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Documents upload progress</a:t>
            </a:r>
            <a:endParaRPr lang="en-MY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7544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F5942-96B6-E8AA-77BD-136E2AE08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 descr="Document with solid fill">
            <a:extLst>
              <a:ext uri="{FF2B5EF4-FFF2-40B4-BE49-F238E27FC236}">
                <a16:creationId xmlns:a16="http://schemas.microsoft.com/office/drawing/2014/main" id="{256A0CB6-B1AA-D57F-3C76-50F6AE858D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3405981"/>
            <a:ext cx="914400" cy="91440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180C06-2CDE-52EB-BE58-C37C7D70FC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40" b="7048"/>
          <a:stretch>
            <a:fillRect/>
          </a:stretch>
        </p:blipFill>
        <p:spPr>
          <a:xfrm>
            <a:off x="95250" y="96837"/>
            <a:ext cx="11344689" cy="602932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694625E-3E8D-4E18-A6A8-AB8929118E51}"/>
              </a:ext>
            </a:extLst>
          </p:cNvPr>
          <p:cNvSpPr/>
          <p:nvPr/>
        </p:nvSpPr>
        <p:spPr>
          <a:xfrm>
            <a:off x="3803618" y="2926080"/>
            <a:ext cx="7550182" cy="3200084"/>
          </a:xfrm>
          <a:prstGeom prst="rect">
            <a:avLst/>
          </a:prstGeom>
          <a:solidFill>
            <a:schemeClr val="accent1">
              <a:alpha val="77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dirty="0">
                <a:solidFill>
                  <a:schemeClr val="tx1"/>
                </a:solidFill>
              </a:rPr>
              <a:t>Gantt Chart </a:t>
            </a:r>
            <a:endParaRPr lang="en-MY" sz="11500" dirty="0">
              <a:solidFill>
                <a:schemeClr val="tx1"/>
              </a:solidFill>
            </a:endParaRPr>
          </a:p>
        </p:txBody>
      </p:sp>
      <p:pic>
        <p:nvPicPr>
          <p:cNvPr id="14" name="Graphic 13" descr="Document with solid fill">
            <a:extLst>
              <a:ext uri="{FF2B5EF4-FFF2-40B4-BE49-F238E27FC236}">
                <a16:creationId xmlns:a16="http://schemas.microsoft.com/office/drawing/2014/main" id="{C590CF41-55B9-F425-AA8E-E714AE974A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13008" y="1056656"/>
            <a:ext cx="538783" cy="5387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CE1B04-DAFE-FF1B-6627-B79CA3375313}"/>
              </a:ext>
            </a:extLst>
          </p:cNvPr>
          <p:cNvSpPr txBox="1"/>
          <p:nvPr/>
        </p:nvSpPr>
        <p:spPr>
          <a:xfrm>
            <a:off x="11192161" y="1821348"/>
            <a:ext cx="13192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Documents</a:t>
            </a:r>
            <a:endParaRPr lang="en-MY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68BABDF-FC21-9301-33A7-1BD80583399F}"/>
              </a:ext>
            </a:extLst>
          </p:cNvPr>
          <p:cNvGrpSpPr/>
          <p:nvPr/>
        </p:nvGrpSpPr>
        <p:grpSpPr>
          <a:xfrm>
            <a:off x="11192160" y="1056656"/>
            <a:ext cx="781560" cy="1303865"/>
            <a:chOff x="4976624" y="2223436"/>
            <a:chExt cx="781560" cy="130386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ACB79C3-4A48-BE16-8D04-C238B6402F95}"/>
                </a:ext>
              </a:extLst>
            </p:cNvPr>
            <p:cNvSpPr/>
            <p:nvPr/>
          </p:nvSpPr>
          <p:spPr>
            <a:xfrm>
              <a:off x="4976624" y="2223436"/>
              <a:ext cx="634903" cy="577516"/>
            </a:xfrm>
            <a:prstGeom prst="rect">
              <a:avLst/>
            </a:prstGeom>
            <a:noFill/>
            <a:ln w="57150"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7" name="Arrow: Left 6">
              <a:extLst>
                <a:ext uri="{FF2B5EF4-FFF2-40B4-BE49-F238E27FC236}">
                  <a16:creationId xmlns:a16="http://schemas.microsoft.com/office/drawing/2014/main" id="{35E8937F-6DA5-7051-F025-9EB25CFCD714}"/>
                </a:ext>
              </a:extLst>
            </p:cNvPr>
            <p:cNvSpPr/>
            <p:nvPr/>
          </p:nvSpPr>
          <p:spPr>
            <a:xfrm rot="2825148">
              <a:off x="5125825" y="2894943"/>
              <a:ext cx="863829" cy="400888"/>
            </a:xfrm>
            <a:prstGeom prst="leftArrow">
              <a:avLst>
                <a:gd name="adj1" fmla="val 38198"/>
                <a:gd name="adj2" fmla="val 91150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6E7EA12-2384-D48B-74AA-4B403AC66283}"/>
              </a:ext>
            </a:extLst>
          </p:cNvPr>
          <p:cNvSpPr/>
          <p:nvPr/>
        </p:nvSpPr>
        <p:spPr>
          <a:xfrm>
            <a:off x="350830" y="4488022"/>
            <a:ext cx="3248009" cy="1498600"/>
          </a:xfrm>
          <a:prstGeom prst="rect">
            <a:avLst/>
          </a:prstGeom>
          <a:solidFill>
            <a:schemeClr val="accent5">
              <a:lumMod val="20000"/>
              <a:lumOff val="80000"/>
              <a:alpha val="77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Documents upload progress</a:t>
            </a:r>
            <a:endParaRPr lang="en-MY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1219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75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875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68EA2-5379-2A70-124F-0E01DE05D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B4295C06-3430-95C5-28B9-4ECDBF58A852}"/>
              </a:ext>
            </a:extLst>
          </p:cNvPr>
          <p:cNvGrpSpPr/>
          <p:nvPr/>
        </p:nvGrpSpPr>
        <p:grpSpPr>
          <a:xfrm>
            <a:off x="288933" y="2272900"/>
            <a:ext cx="9117140" cy="4380313"/>
            <a:chOff x="450851" y="2235200"/>
            <a:chExt cx="9117140" cy="438031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0DB998E-A80F-1C57-3446-7D9C86F65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0852" y="2235200"/>
              <a:ext cx="1376363" cy="141807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EF04DF4-252A-007B-9E50-C1CC690FF7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0851" y="3653271"/>
              <a:ext cx="1376363" cy="141807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A62C9A2-962E-B9DE-7A89-FC9E1FB1BA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0851" y="5071342"/>
              <a:ext cx="1376363" cy="141807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30B9F4B-AC42-B4F0-7290-59D62FAF8945}"/>
                </a:ext>
              </a:extLst>
            </p:cNvPr>
            <p:cNvSpPr txBox="1"/>
            <p:nvPr/>
          </p:nvSpPr>
          <p:spPr>
            <a:xfrm>
              <a:off x="1827214" y="2682625"/>
              <a:ext cx="134043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SALES</a:t>
              </a:r>
              <a:endParaRPr lang="en-MY" sz="28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66300E3-0727-CCD7-B7F4-17DA38B9C8CD}"/>
                </a:ext>
              </a:extLst>
            </p:cNvPr>
            <p:cNvSpPr txBox="1"/>
            <p:nvPr/>
          </p:nvSpPr>
          <p:spPr>
            <a:xfrm>
              <a:off x="1827214" y="4100696"/>
              <a:ext cx="222048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TECHNICAL</a:t>
              </a:r>
              <a:endParaRPr lang="en-MY" sz="28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09676F5-2789-4E46-3812-463E21315B15}"/>
                </a:ext>
              </a:extLst>
            </p:cNvPr>
            <p:cNvSpPr txBox="1"/>
            <p:nvPr/>
          </p:nvSpPr>
          <p:spPr>
            <a:xfrm>
              <a:off x="1827214" y="5518767"/>
              <a:ext cx="259878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PRODUCTION</a:t>
              </a:r>
              <a:endParaRPr lang="en-MY" sz="2800" dirty="0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0CA8A24-A1CC-CBD1-D2A7-601F5E192E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49627" y="2235200"/>
              <a:ext cx="1376363" cy="141807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7D6883D-0AFF-8F28-6783-84B491A9A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49626" y="3653271"/>
              <a:ext cx="1376363" cy="141807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26F63BE-C8EC-20D6-221A-ACDA0EC6B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49626" y="5071342"/>
              <a:ext cx="1376363" cy="141807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610D727-0D35-5631-EC6B-6AF181D90D3B}"/>
                </a:ext>
              </a:extLst>
            </p:cNvPr>
            <p:cNvSpPr txBox="1"/>
            <p:nvPr/>
          </p:nvSpPr>
          <p:spPr>
            <a:xfrm>
              <a:off x="6725989" y="2682625"/>
              <a:ext cx="243848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PURCHASER</a:t>
              </a:r>
              <a:endParaRPr lang="en-MY" sz="28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DD39639-9EF6-0D01-DB20-03AA28F480D0}"/>
                </a:ext>
              </a:extLst>
            </p:cNvPr>
            <p:cNvSpPr txBox="1"/>
            <p:nvPr/>
          </p:nvSpPr>
          <p:spPr>
            <a:xfrm>
              <a:off x="6725989" y="4100696"/>
              <a:ext cx="7024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QA</a:t>
              </a:r>
              <a:endParaRPr lang="en-MY" sz="28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D613BD1-282D-6E2E-2A12-B0BCB5D119B6}"/>
                </a:ext>
              </a:extLst>
            </p:cNvPr>
            <p:cNvSpPr txBox="1"/>
            <p:nvPr/>
          </p:nvSpPr>
          <p:spPr>
            <a:xfrm>
              <a:off x="6725989" y="5518767"/>
              <a:ext cx="16802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OTHERS</a:t>
              </a:r>
              <a:endParaRPr lang="en-MY" sz="2800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0EBFAC8-73D3-CD95-AD79-5C78510DF37B}"/>
                </a:ext>
              </a:extLst>
            </p:cNvPr>
            <p:cNvGrpSpPr/>
            <p:nvPr/>
          </p:nvGrpSpPr>
          <p:grpSpPr>
            <a:xfrm>
              <a:off x="3167646" y="2341562"/>
              <a:ext cx="403514" cy="1327551"/>
              <a:chOff x="3167646" y="2341562"/>
              <a:chExt cx="403514" cy="1327551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28FB4423-725C-7FEC-77DF-627A7EA104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67646" y="2341562"/>
                <a:ext cx="403514" cy="415742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280D0D58-2312-0E23-CB6C-116AF96985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67646" y="2788987"/>
                <a:ext cx="403514" cy="415742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5D944F95-79C0-1F53-78C9-9FE77F88B4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67646" y="3253371"/>
                <a:ext cx="403514" cy="415742"/>
              </a:xfrm>
              <a:prstGeom prst="rect">
                <a:avLst/>
              </a:prstGeom>
            </p:spPr>
          </p:pic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43F8575-1FF0-4335-F4DB-6D7CDFBB87DC}"/>
                </a:ext>
              </a:extLst>
            </p:cNvPr>
            <p:cNvGrpSpPr/>
            <p:nvPr/>
          </p:nvGrpSpPr>
          <p:grpSpPr>
            <a:xfrm>
              <a:off x="4019048" y="3653271"/>
              <a:ext cx="403514" cy="1327551"/>
              <a:chOff x="3167646" y="2341562"/>
              <a:chExt cx="403514" cy="1327551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8A2E4D2D-3645-273F-6FB4-5FD21C6DAD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67646" y="2341562"/>
                <a:ext cx="403514" cy="415742"/>
              </a:xfrm>
              <a:prstGeom prst="rect">
                <a:avLst/>
              </a:prstGeom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83ADCB90-1A69-E319-FED3-171A561625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67646" y="2788987"/>
                <a:ext cx="403514" cy="415742"/>
              </a:xfrm>
              <a:prstGeom prst="rect">
                <a:avLst/>
              </a:prstGeom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C07E4897-ED26-8B16-7953-08B6FCE6AA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67646" y="3253371"/>
                <a:ext cx="403514" cy="415742"/>
              </a:xfrm>
              <a:prstGeom prst="rect">
                <a:avLst/>
              </a:prstGeom>
            </p:spPr>
          </p:pic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DA97550-22C6-0BEC-5D1E-334A099B929B}"/>
                </a:ext>
              </a:extLst>
            </p:cNvPr>
            <p:cNvGrpSpPr/>
            <p:nvPr/>
          </p:nvGrpSpPr>
          <p:grpSpPr>
            <a:xfrm>
              <a:off x="4422562" y="5287962"/>
              <a:ext cx="403514" cy="1327551"/>
              <a:chOff x="3167646" y="2341562"/>
              <a:chExt cx="403514" cy="1327551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0636BC69-06C1-F3DF-30E0-6041BBB394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67646" y="2341562"/>
                <a:ext cx="403514" cy="415742"/>
              </a:xfrm>
              <a:prstGeom prst="rect">
                <a:avLst/>
              </a:prstGeom>
            </p:spPr>
          </p:pic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0D5EB900-F52D-EC4C-9C0D-F7CDE4C11E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67646" y="2788987"/>
                <a:ext cx="403514" cy="415742"/>
              </a:xfrm>
              <a:prstGeom prst="rect">
                <a:avLst/>
              </a:prstGeom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A89A0308-A3F8-FEBD-1C2F-C248A43A5F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67646" y="3253371"/>
                <a:ext cx="403514" cy="415742"/>
              </a:xfrm>
              <a:prstGeom prst="rect">
                <a:avLst/>
              </a:prstGeom>
            </p:spPr>
          </p:pic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CBE4CBD-BED6-2AD2-B65E-B18C9D4449C9}"/>
                </a:ext>
              </a:extLst>
            </p:cNvPr>
            <p:cNvGrpSpPr/>
            <p:nvPr/>
          </p:nvGrpSpPr>
          <p:grpSpPr>
            <a:xfrm>
              <a:off x="9164477" y="2280459"/>
              <a:ext cx="403514" cy="1327551"/>
              <a:chOff x="3167646" y="2341562"/>
              <a:chExt cx="403514" cy="1327551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DB7D4B0F-68DF-DC0C-EBCD-D3A7799FA7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67646" y="2341562"/>
                <a:ext cx="403514" cy="415742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DAE9940D-BEC7-FCAE-3BA3-7A716823B4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67646" y="2788987"/>
                <a:ext cx="403514" cy="415742"/>
              </a:xfrm>
              <a:prstGeom prst="rect">
                <a:avLst/>
              </a:prstGeom>
            </p:spPr>
          </p:pic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7F148158-096F-82F9-C777-9205823ADA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67646" y="3253371"/>
                <a:ext cx="403514" cy="415742"/>
              </a:xfrm>
              <a:prstGeom prst="rect">
                <a:avLst/>
              </a:prstGeom>
            </p:spPr>
          </p:pic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3585EFB-3456-E427-14D8-CD697B1653D6}"/>
                </a:ext>
              </a:extLst>
            </p:cNvPr>
            <p:cNvGrpSpPr/>
            <p:nvPr/>
          </p:nvGrpSpPr>
          <p:grpSpPr>
            <a:xfrm>
              <a:off x="7743217" y="3594968"/>
              <a:ext cx="403514" cy="1327551"/>
              <a:chOff x="3167646" y="2341562"/>
              <a:chExt cx="403514" cy="1327551"/>
            </a:xfrm>
          </p:grpSpPr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A28A0B20-F752-11DD-3EDF-A386F687D8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67646" y="2341562"/>
                <a:ext cx="403514" cy="415742"/>
              </a:xfrm>
              <a:prstGeom prst="rect">
                <a:avLst/>
              </a:prstGeom>
            </p:spPr>
          </p:pic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D48C4325-42FA-06FA-9388-6B811680D4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67646" y="2788987"/>
                <a:ext cx="403514" cy="415742"/>
              </a:xfrm>
              <a:prstGeom prst="rect">
                <a:avLst/>
              </a:prstGeom>
            </p:spPr>
          </p:pic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5D12A9BE-4FD9-F846-A7E9-75E8560369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67646" y="3253371"/>
                <a:ext cx="403514" cy="415742"/>
              </a:xfrm>
              <a:prstGeom prst="rect">
                <a:avLst/>
              </a:prstGeom>
            </p:spPr>
          </p:pic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F0E4370-2995-039C-37F0-55949958F6C5}"/>
                </a:ext>
              </a:extLst>
            </p:cNvPr>
            <p:cNvGrpSpPr/>
            <p:nvPr/>
          </p:nvGrpSpPr>
          <p:grpSpPr>
            <a:xfrm>
              <a:off x="8406257" y="5116601"/>
              <a:ext cx="403514" cy="1327551"/>
              <a:chOff x="3167646" y="2341562"/>
              <a:chExt cx="403514" cy="1327551"/>
            </a:xfrm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505E3CCB-D2F0-EED6-1AB0-C231911DDB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67646" y="2341562"/>
                <a:ext cx="403514" cy="415742"/>
              </a:xfrm>
              <a:prstGeom prst="rect">
                <a:avLst/>
              </a:prstGeom>
            </p:spPr>
          </p:pic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F9B4BC85-D581-4196-2508-3ADEDC58D3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67646" y="2788987"/>
                <a:ext cx="403514" cy="415742"/>
              </a:xfrm>
              <a:prstGeom prst="rect">
                <a:avLst/>
              </a:prstGeom>
            </p:spPr>
          </p:pic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0966CB8D-1126-AC6E-04D1-2C50416214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67646" y="3253371"/>
                <a:ext cx="403514" cy="415742"/>
              </a:xfrm>
              <a:prstGeom prst="rect">
                <a:avLst/>
              </a:prstGeom>
            </p:spPr>
          </p:pic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CDB341F-9132-E59C-638E-007AEDAD0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196" y="95654"/>
            <a:ext cx="4929211" cy="211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430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72B38-29B9-F68B-E9E6-C8561A2E4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724BCE-23D7-ADAB-6252-FC19D6FDD3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174121"/>
              </p:ext>
            </p:extLst>
          </p:nvPr>
        </p:nvGraphicFramePr>
        <p:xfrm>
          <a:off x="351583" y="1378354"/>
          <a:ext cx="11256218" cy="217943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96377">
                  <a:extLst>
                    <a:ext uri="{9D8B030D-6E8A-4147-A177-3AD203B41FA5}">
                      <a16:colId xmlns:a16="http://schemas.microsoft.com/office/drawing/2014/main" val="681907030"/>
                    </a:ext>
                  </a:extLst>
                </a:gridCol>
                <a:gridCol w="2619686">
                  <a:extLst>
                    <a:ext uri="{9D8B030D-6E8A-4147-A177-3AD203B41FA5}">
                      <a16:colId xmlns:a16="http://schemas.microsoft.com/office/drawing/2014/main" val="3544244935"/>
                    </a:ext>
                  </a:extLst>
                </a:gridCol>
                <a:gridCol w="1608031">
                  <a:extLst>
                    <a:ext uri="{9D8B030D-6E8A-4147-A177-3AD203B41FA5}">
                      <a16:colId xmlns:a16="http://schemas.microsoft.com/office/drawing/2014/main" val="961337976"/>
                    </a:ext>
                  </a:extLst>
                </a:gridCol>
                <a:gridCol w="1221107">
                  <a:extLst>
                    <a:ext uri="{9D8B030D-6E8A-4147-A177-3AD203B41FA5}">
                      <a16:colId xmlns:a16="http://schemas.microsoft.com/office/drawing/2014/main" val="225223407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562397588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1295182261"/>
                    </a:ext>
                  </a:extLst>
                </a:gridCol>
                <a:gridCol w="2366217">
                  <a:extLst>
                    <a:ext uri="{9D8B030D-6E8A-4147-A177-3AD203B41FA5}">
                      <a16:colId xmlns:a16="http://schemas.microsoft.com/office/drawing/2014/main" val="229864393"/>
                    </a:ext>
                  </a:extLst>
                </a:gridCol>
              </a:tblGrid>
              <a:tr h="388823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Task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PIC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Lead 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Task required? 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Link? 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Document format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926578"/>
                  </a:ext>
                </a:extLst>
              </a:tr>
              <a:tr h="595072"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Sales Enquiry Form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Sales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Microsoft Forms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847880"/>
                  </a:ext>
                </a:extLst>
              </a:tr>
              <a:tr h="555462"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Info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Sales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Any format – manually update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262606"/>
                  </a:ext>
                </a:extLst>
              </a:tr>
              <a:tr h="555462"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 Awarded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Technical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73117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B7014A0-7A72-44A1-BB31-7460AE94F609}"/>
              </a:ext>
            </a:extLst>
          </p:cNvPr>
          <p:cNvSpPr txBox="1"/>
          <p:nvPr/>
        </p:nvSpPr>
        <p:spPr>
          <a:xfrm>
            <a:off x="351583" y="361861"/>
            <a:ext cx="7031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Interface of Owner (NPI team)</a:t>
            </a:r>
            <a:endParaRPr lang="en-MY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FBCC4C-448C-B30E-F6C9-CDAF97F33F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997"/>
          <a:stretch>
            <a:fillRect/>
          </a:stretch>
        </p:blipFill>
        <p:spPr>
          <a:xfrm>
            <a:off x="6788465" y="1884362"/>
            <a:ext cx="692502" cy="3554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55D7D2-C13C-46CF-8BE0-45B320F81B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997"/>
          <a:stretch>
            <a:fillRect/>
          </a:stretch>
        </p:blipFill>
        <p:spPr>
          <a:xfrm>
            <a:off x="6829915" y="2518627"/>
            <a:ext cx="692502" cy="355444"/>
          </a:xfrm>
          <a:prstGeom prst="rect">
            <a:avLst/>
          </a:prstGeom>
        </p:spPr>
      </p:pic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21C83CCC-3F2A-C5BA-9910-96C9BD32D005}"/>
              </a:ext>
            </a:extLst>
          </p:cNvPr>
          <p:cNvSpPr/>
          <p:nvPr/>
        </p:nvSpPr>
        <p:spPr>
          <a:xfrm>
            <a:off x="254001" y="4336524"/>
            <a:ext cx="5630117" cy="2286244"/>
          </a:xfrm>
          <a:prstGeom prst="wedgeRectCallout">
            <a:avLst>
              <a:gd name="adj1" fmla="val -31877"/>
              <a:gd name="adj2" fmla="val -73119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ysClr val="windowText" lastClr="000000"/>
                </a:solidFill>
              </a:rPr>
              <a:t>Before </a:t>
            </a:r>
            <a:r>
              <a:rPr lang="en-US" sz="2000" dirty="0">
                <a:solidFill>
                  <a:sysClr val="windowText" lastClr="000000"/>
                </a:solidFill>
              </a:rPr>
              <a:t>launch project / notify other:</a:t>
            </a: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ysClr val="windowText" lastClr="000000"/>
                </a:solidFill>
              </a:rPr>
              <a:t>Able to add/ delete task</a:t>
            </a:r>
          </a:p>
          <a:p>
            <a:r>
              <a:rPr lang="en-US" sz="2000" dirty="0">
                <a:solidFill>
                  <a:sysClr val="windowText" lastClr="000000"/>
                </a:solidFill>
              </a:rPr>
              <a:t>	Or</a:t>
            </a:r>
          </a:p>
          <a:p>
            <a:r>
              <a:rPr lang="en-US" sz="2000" dirty="0">
                <a:solidFill>
                  <a:sysClr val="windowText" lastClr="000000"/>
                </a:solidFill>
              </a:rPr>
              <a:t>Able to turn off not required task</a:t>
            </a:r>
          </a:p>
          <a:p>
            <a:pPr marL="342900" indent="-342900">
              <a:buAutoNum type="arabicPeriod" startAt="2"/>
            </a:pPr>
            <a:r>
              <a:rPr lang="en-US" sz="2000" dirty="0">
                <a:solidFill>
                  <a:sysClr val="windowText" lastClr="000000"/>
                </a:solidFill>
              </a:rPr>
              <a:t>Able to set PIC to upload (by enter email address) </a:t>
            </a:r>
          </a:p>
          <a:p>
            <a:pPr marL="342900" indent="-342900">
              <a:buAutoNum type="arabicPeriod" startAt="2"/>
            </a:pPr>
            <a:r>
              <a:rPr lang="en-US" sz="2000" dirty="0">
                <a:solidFill>
                  <a:sysClr val="windowText" lastClr="000000"/>
                </a:solidFill>
              </a:rPr>
              <a:t>Able to set lead time </a:t>
            </a:r>
            <a:endParaRPr lang="en-MY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F2903A-F3B8-18F8-95C1-8571CA546C30}"/>
              </a:ext>
            </a:extLst>
          </p:cNvPr>
          <p:cNvSpPr/>
          <p:nvPr/>
        </p:nvSpPr>
        <p:spPr>
          <a:xfrm>
            <a:off x="254001" y="1158120"/>
            <a:ext cx="7770392" cy="2588379"/>
          </a:xfrm>
          <a:prstGeom prst="rect">
            <a:avLst/>
          </a:prstGeom>
          <a:noFill/>
          <a:ln w="571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99E23AD3-1424-A975-C5AD-01C704CB237D}"/>
              </a:ext>
            </a:extLst>
          </p:cNvPr>
          <p:cNvSpPr/>
          <p:nvPr/>
        </p:nvSpPr>
        <p:spPr>
          <a:xfrm>
            <a:off x="9762284" y="4201707"/>
            <a:ext cx="1716509" cy="1447373"/>
          </a:xfrm>
          <a:prstGeom prst="wedgeRectCallout">
            <a:avLst>
              <a:gd name="adj1" fmla="val -31877"/>
              <a:gd name="adj2" fmla="val -73119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ysClr val="windowText" lastClr="000000"/>
                </a:solidFill>
              </a:rPr>
              <a:t>For programmer’s reference</a:t>
            </a:r>
            <a:endParaRPr lang="en-MY" dirty="0">
              <a:solidFill>
                <a:sysClr val="windowText" lastClr="0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D6B97C-2169-E86F-B411-3A39B4FC4DBF}"/>
              </a:ext>
            </a:extLst>
          </p:cNvPr>
          <p:cNvSpPr/>
          <p:nvPr/>
        </p:nvSpPr>
        <p:spPr>
          <a:xfrm flipH="1">
            <a:off x="8176793" y="1208920"/>
            <a:ext cx="3528590" cy="2537579"/>
          </a:xfrm>
          <a:prstGeom prst="rect">
            <a:avLst/>
          </a:prstGeom>
          <a:noFill/>
          <a:ln w="57150">
            <a:solidFill>
              <a:srgbClr val="92D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4680FA47-880D-399B-F27E-CFA68163F2DE}"/>
              </a:ext>
            </a:extLst>
          </p:cNvPr>
          <p:cNvSpPr/>
          <p:nvPr/>
        </p:nvSpPr>
        <p:spPr>
          <a:xfrm>
            <a:off x="7480968" y="4867717"/>
            <a:ext cx="2067426" cy="1447373"/>
          </a:xfrm>
          <a:prstGeom prst="wedgeRectCallout">
            <a:avLst>
              <a:gd name="adj1" fmla="val -6721"/>
              <a:gd name="adj2" fmla="val -112604"/>
            </a:avLst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ysClr val="windowText" lastClr="000000"/>
                </a:solidFill>
              </a:rPr>
              <a:t>For those “Yes”, need to have platform/ folder to upload</a:t>
            </a:r>
            <a:endParaRPr lang="en-MY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498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7D275-056A-9AF2-1C4A-064575451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24FA23-3ADA-9363-E699-18372E41F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183985"/>
              </p:ext>
            </p:extLst>
          </p:nvPr>
        </p:nvGraphicFramePr>
        <p:xfrm>
          <a:off x="467891" y="2521305"/>
          <a:ext cx="9643318" cy="217943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96377">
                  <a:extLst>
                    <a:ext uri="{9D8B030D-6E8A-4147-A177-3AD203B41FA5}">
                      <a16:colId xmlns:a16="http://schemas.microsoft.com/office/drawing/2014/main" val="681907030"/>
                    </a:ext>
                  </a:extLst>
                </a:gridCol>
                <a:gridCol w="2619686">
                  <a:extLst>
                    <a:ext uri="{9D8B030D-6E8A-4147-A177-3AD203B41FA5}">
                      <a16:colId xmlns:a16="http://schemas.microsoft.com/office/drawing/2014/main" val="3544244935"/>
                    </a:ext>
                  </a:extLst>
                </a:gridCol>
                <a:gridCol w="1608031">
                  <a:extLst>
                    <a:ext uri="{9D8B030D-6E8A-4147-A177-3AD203B41FA5}">
                      <a16:colId xmlns:a16="http://schemas.microsoft.com/office/drawing/2014/main" val="961337976"/>
                    </a:ext>
                  </a:extLst>
                </a:gridCol>
                <a:gridCol w="1221107">
                  <a:extLst>
                    <a:ext uri="{9D8B030D-6E8A-4147-A177-3AD203B41FA5}">
                      <a16:colId xmlns:a16="http://schemas.microsoft.com/office/drawing/2014/main" val="225223407"/>
                    </a:ext>
                  </a:extLst>
                </a:gridCol>
                <a:gridCol w="1231900">
                  <a:extLst>
                    <a:ext uri="{9D8B030D-6E8A-4147-A177-3AD203B41FA5}">
                      <a16:colId xmlns:a16="http://schemas.microsoft.com/office/drawing/2014/main" val="1295182261"/>
                    </a:ext>
                  </a:extLst>
                </a:gridCol>
                <a:gridCol w="2366217">
                  <a:extLst>
                    <a:ext uri="{9D8B030D-6E8A-4147-A177-3AD203B41FA5}">
                      <a16:colId xmlns:a16="http://schemas.microsoft.com/office/drawing/2014/main" val="229864393"/>
                    </a:ext>
                  </a:extLst>
                </a:gridCol>
              </a:tblGrid>
              <a:tr h="388823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Task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PIC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Lead 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Link? 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Document format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926578"/>
                  </a:ext>
                </a:extLst>
              </a:tr>
              <a:tr h="595072"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Sales Enquiry Form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Sales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Microsoft Forms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847880"/>
                  </a:ext>
                </a:extLst>
              </a:tr>
              <a:tr h="555462"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Info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Sales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Any format – manually update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262606"/>
                  </a:ext>
                </a:extLst>
              </a:tr>
              <a:tr h="555462"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 Awarded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Technical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Manually status update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91472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76E335D-ABE3-CAEF-F0B2-7CD8532413E0}"/>
              </a:ext>
            </a:extLst>
          </p:cNvPr>
          <p:cNvSpPr txBox="1"/>
          <p:nvPr/>
        </p:nvSpPr>
        <p:spPr>
          <a:xfrm>
            <a:off x="351583" y="361861"/>
            <a:ext cx="26541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0.0 Enquiry </a:t>
            </a:r>
            <a:endParaRPr lang="en-MY" sz="4000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8D98035-6EDF-7B4B-9AE8-322B691A6B07}"/>
              </a:ext>
            </a:extLst>
          </p:cNvPr>
          <p:cNvGraphicFramePr/>
          <p:nvPr/>
        </p:nvGraphicFramePr>
        <p:xfrm>
          <a:off x="3712417" y="1069747"/>
          <a:ext cx="8128000" cy="11259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2754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CCBF0-F024-8713-7F3C-C84421F96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426E07-D58D-72D3-9A1B-E086814DD1F5}"/>
              </a:ext>
            </a:extLst>
          </p:cNvPr>
          <p:cNvSpPr txBox="1"/>
          <p:nvPr/>
        </p:nvSpPr>
        <p:spPr>
          <a:xfrm>
            <a:off x="254000" y="0"/>
            <a:ext cx="35348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1.0 Project Start</a:t>
            </a:r>
            <a:endParaRPr lang="en-MY" sz="40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7A3A3FF-5632-72EE-5238-53CA00C1F4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1347295"/>
              </p:ext>
            </p:extLst>
          </p:nvPr>
        </p:nvGraphicFramePr>
        <p:xfrm>
          <a:off x="3947268" y="374871"/>
          <a:ext cx="8128000" cy="11259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CF69C1F-47EB-7416-BCFC-B11B07ECE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741388"/>
              </p:ext>
            </p:extLst>
          </p:nvPr>
        </p:nvGraphicFramePr>
        <p:xfrm>
          <a:off x="497732" y="1932593"/>
          <a:ext cx="10898609" cy="422545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74009">
                  <a:extLst>
                    <a:ext uri="{9D8B030D-6E8A-4147-A177-3AD203B41FA5}">
                      <a16:colId xmlns:a16="http://schemas.microsoft.com/office/drawing/2014/main" val="681907030"/>
                    </a:ext>
                  </a:extLst>
                </a:gridCol>
                <a:gridCol w="3285959">
                  <a:extLst>
                    <a:ext uri="{9D8B030D-6E8A-4147-A177-3AD203B41FA5}">
                      <a16:colId xmlns:a16="http://schemas.microsoft.com/office/drawing/2014/main" val="3544244935"/>
                    </a:ext>
                  </a:extLst>
                </a:gridCol>
                <a:gridCol w="1492089">
                  <a:extLst>
                    <a:ext uri="{9D8B030D-6E8A-4147-A177-3AD203B41FA5}">
                      <a16:colId xmlns:a16="http://schemas.microsoft.com/office/drawing/2014/main" val="961337976"/>
                    </a:ext>
                  </a:extLst>
                </a:gridCol>
                <a:gridCol w="1380061">
                  <a:extLst>
                    <a:ext uri="{9D8B030D-6E8A-4147-A177-3AD203B41FA5}">
                      <a16:colId xmlns:a16="http://schemas.microsoft.com/office/drawing/2014/main" val="225223407"/>
                    </a:ext>
                  </a:extLst>
                </a:gridCol>
                <a:gridCol w="1392259">
                  <a:extLst>
                    <a:ext uri="{9D8B030D-6E8A-4147-A177-3AD203B41FA5}">
                      <a16:colId xmlns:a16="http://schemas.microsoft.com/office/drawing/2014/main" val="1295182261"/>
                    </a:ext>
                  </a:extLst>
                </a:gridCol>
                <a:gridCol w="2674232">
                  <a:extLst>
                    <a:ext uri="{9D8B030D-6E8A-4147-A177-3AD203B41FA5}">
                      <a16:colId xmlns:a16="http://schemas.microsoft.com/office/drawing/2014/main" val="229864393"/>
                    </a:ext>
                  </a:extLst>
                </a:gridCol>
              </a:tblGrid>
              <a:tr h="300945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Task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PIC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Lead 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Link? 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Document format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926578"/>
                  </a:ext>
                </a:extLst>
              </a:tr>
              <a:tr h="495415">
                <a:tc>
                  <a:txBody>
                    <a:bodyPr/>
                    <a:lstStyle/>
                    <a:p>
                      <a:r>
                        <a:rPr lang="en-US" dirty="0"/>
                        <a:t>1.1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 awarded/ Contract signing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Sales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Any format – manually update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847880"/>
                  </a:ext>
                </a:extLst>
              </a:tr>
              <a:tr h="429922">
                <a:tc>
                  <a:txBody>
                    <a:bodyPr/>
                    <a:lstStyle/>
                    <a:p>
                      <a:r>
                        <a:rPr lang="en-US" dirty="0"/>
                        <a:t>1.2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Drawing preparation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Technical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STP/ PDF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262606"/>
                  </a:ext>
                </a:extLst>
              </a:tr>
              <a:tr h="429922">
                <a:tc>
                  <a:txBody>
                    <a:bodyPr/>
                    <a:lstStyle/>
                    <a:p>
                      <a:r>
                        <a:rPr lang="en-US" dirty="0"/>
                        <a:t>1.3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Drawing submission</a:t>
                      </a:r>
                      <a:r>
                        <a:rPr lang="en-MY" dirty="0"/>
                        <a:t> to customer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Sales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Manually status update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914720"/>
                  </a:ext>
                </a:extLst>
              </a:tr>
              <a:tr h="429922">
                <a:tc>
                  <a:txBody>
                    <a:bodyPr/>
                    <a:lstStyle/>
                    <a:p>
                      <a:r>
                        <a:rPr lang="en-US" dirty="0"/>
                        <a:t>1.4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DFM preparation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Technical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PDF/ PPT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173585"/>
                  </a:ext>
                </a:extLst>
              </a:tr>
              <a:tr h="429922">
                <a:tc>
                  <a:txBody>
                    <a:bodyPr/>
                    <a:lstStyle/>
                    <a:p>
                      <a:r>
                        <a:rPr lang="en-US" dirty="0"/>
                        <a:t>1.5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DFM submission</a:t>
                      </a:r>
                      <a:r>
                        <a:rPr lang="en-MY" dirty="0"/>
                        <a:t> to customer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Technical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Manually status update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008911"/>
                  </a:ext>
                </a:extLst>
              </a:tr>
              <a:tr h="429922">
                <a:tc>
                  <a:txBody>
                    <a:bodyPr/>
                    <a:lstStyle/>
                    <a:p>
                      <a:r>
                        <a:rPr lang="en-US" dirty="0"/>
                        <a:t>1.6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drawing approval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Sales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PDF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717349"/>
                  </a:ext>
                </a:extLst>
              </a:tr>
              <a:tr h="495415">
                <a:tc>
                  <a:txBody>
                    <a:bodyPr/>
                    <a:lstStyle/>
                    <a:p>
                      <a:r>
                        <a:rPr lang="en-US" dirty="0"/>
                        <a:t>1.7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 issuance from customer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Sales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Manually status update</a:t>
                      </a:r>
                      <a:endParaRPr lang="en-MY" dirty="0"/>
                    </a:p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043583"/>
                  </a:ext>
                </a:extLst>
              </a:tr>
              <a:tr h="429922">
                <a:tc>
                  <a:txBody>
                    <a:bodyPr/>
                    <a:lstStyle/>
                    <a:p>
                      <a:r>
                        <a:rPr lang="en-US" dirty="0"/>
                        <a:t>1.8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 issuance to supplier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Purchaser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Purchasing System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251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1061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61025-AC3C-91C8-FDAA-B5D549906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CF591B-DB5C-4222-3679-AD911A44B3B5}"/>
              </a:ext>
            </a:extLst>
          </p:cNvPr>
          <p:cNvSpPr txBox="1"/>
          <p:nvPr/>
        </p:nvSpPr>
        <p:spPr>
          <a:xfrm>
            <a:off x="351583" y="361861"/>
            <a:ext cx="85695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2.0 Pilot </a:t>
            </a:r>
            <a:r>
              <a:rPr lang="en-US" sz="4000" dirty="0" err="1"/>
              <a:t>mould</a:t>
            </a:r>
            <a:r>
              <a:rPr lang="en-US" sz="4000" dirty="0"/>
              <a:t> fabrication (if necessary)</a:t>
            </a:r>
            <a:endParaRPr lang="en-MY" sz="4000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922953E-95DE-5A28-91A5-C5E0DCC6CA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5165414"/>
              </p:ext>
            </p:extLst>
          </p:nvPr>
        </p:nvGraphicFramePr>
        <p:xfrm>
          <a:off x="3712417" y="981097"/>
          <a:ext cx="8128000" cy="11259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208E20C-CD88-BF0E-3DA0-092C479641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693231"/>
              </p:ext>
            </p:extLst>
          </p:nvPr>
        </p:nvGraphicFramePr>
        <p:xfrm>
          <a:off x="351583" y="2107019"/>
          <a:ext cx="11558186" cy="43891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14800">
                  <a:extLst>
                    <a:ext uri="{9D8B030D-6E8A-4147-A177-3AD203B41FA5}">
                      <a16:colId xmlns:a16="http://schemas.microsoft.com/office/drawing/2014/main" val="681907030"/>
                    </a:ext>
                  </a:extLst>
                </a:gridCol>
                <a:gridCol w="3658017">
                  <a:extLst>
                    <a:ext uri="{9D8B030D-6E8A-4147-A177-3AD203B41FA5}">
                      <a16:colId xmlns:a16="http://schemas.microsoft.com/office/drawing/2014/main" val="3544244935"/>
                    </a:ext>
                  </a:extLst>
                </a:gridCol>
                <a:gridCol w="1409195">
                  <a:extLst>
                    <a:ext uri="{9D8B030D-6E8A-4147-A177-3AD203B41FA5}">
                      <a16:colId xmlns:a16="http://schemas.microsoft.com/office/drawing/2014/main" val="961337976"/>
                    </a:ext>
                  </a:extLst>
                </a:gridCol>
                <a:gridCol w="1270505">
                  <a:extLst>
                    <a:ext uri="{9D8B030D-6E8A-4147-A177-3AD203B41FA5}">
                      <a16:colId xmlns:a16="http://schemas.microsoft.com/office/drawing/2014/main" val="22522340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295182261"/>
                    </a:ext>
                  </a:extLst>
                </a:gridCol>
                <a:gridCol w="3438869">
                  <a:extLst>
                    <a:ext uri="{9D8B030D-6E8A-4147-A177-3AD203B41FA5}">
                      <a16:colId xmlns:a16="http://schemas.microsoft.com/office/drawing/2014/main" val="229864393"/>
                    </a:ext>
                  </a:extLst>
                </a:gridCol>
              </a:tblGrid>
              <a:tr h="304004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Task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PIC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Lead 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Link? 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Document format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926578"/>
                  </a:ext>
                </a:extLst>
              </a:tr>
              <a:tr h="160177">
                <a:tc>
                  <a:txBody>
                    <a:bodyPr/>
                    <a:lstStyle/>
                    <a:p>
                      <a:r>
                        <a:rPr lang="en-US" dirty="0"/>
                        <a:t>2.1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Pilot </a:t>
                      </a:r>
                      <a:r>
                        <a:rPr lang="en-US" dirty="0" err="1"/>
                        <a:t>mould</a:t>
                      </a:r>
                      <a:r>
                        <a:rPr lang="en-US" dirty="0"/>
                        <a:t> fabrication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Technical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Manually status update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847880"/>
                  </a:ext>
                </a:extLst>
              </a:tr>
              <a:tr h="225069">
                <a:tc>
                  <a:txBody>
                    <a:bodyPr/>
                    <a:lstStyle/>
                    <a:p>
                      <a:r>
                        <a:rPr lang="en-US" dirty="0"/>
                        <a:t>2.2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Mould</a:t>
                      </a:r>
                      <a:r>
                        <a:rPr lang="en-US" dirty="0"/>
                        <a:t> trial + samples shipment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Technical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262606"/>
                  </a:ext>
                </a:extLst>
              </a:tr>
              <a:tr h="304004">
                <a:tc>
                  <a:txBody>
                    <a:bodyPr/>
                    <a:lstStyle/>
                    <a:p>
                      <a:r>
                        <a:rPr lang="en-US" dirty="0"/>
                        <a:t>2.3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Trial sample verification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Technical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Excel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914720"/>
                  </a:ext>
                </a:extLst>
              </a:tr>
              <a:tr h="320197">
                <a:tc>
                  <a:txBody>
                    <a:bodyPr/>
                    <a:lstStyle/>
                    <a:p>
                      <a:r>
                        <a:rPr lang="en-US" dirty="0"/>
                        <a:t>2.4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Mold modification (if any)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Technical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Manually status update </a:t>
                      </a:r>
                      <a:endParaRPr lang="en-MY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173585"/>
                  </a:ext>
                </a:extLst>
              </a:tr>
              <a:tr h="348137">
                <a:tc>
                  <a:txBody>
                    <a:bodyPr/>
                    <a:lstStyle/>
                    <a:p>
                      <a:r>
                        <a:rPr lang="en-US" dirty="0"/>
                        <a:t>2.5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Mould</a:t>
                      </a:r>
                      <a:r>
                        <a:rPr lang="en-US" dirty="0"/>
                        <a:t> trial + samples shipment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Technical </a:t>
                      </a:r>
                      <a:endParaRPr kumimoji="0" lang="en-M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717349"/>
                  </a:ext>
                </a:extLst>
              </a:tr>
              <a:tr h="304004">
                <a:tc>
                  <a:txBody>
                    <a:bodyPr/>
                    <a:lstStyle/>
                    <a:p>
                      <a:r>
                        <a:rPr lang="en-US" dirty="0"/>
                        <a:t>2.6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Trial sample verification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Technical </a:t>
                      </a:r>
                      <a:endParaRPr kumimoji="0" lang="en-M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Excel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043583"/>
                  </a:ext>
                </a:extLst>
              </a:tr>
              <a:tr h="277017">
                <a:tc>
                  <a:txBody>
                    <a:bodyPr/>
                    <a:lstStyle/>
                    <a:p>
                      <a:r>
                        <a:rPr lang="en-US" dirty="0"/>
                        <a:t>2.7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Discussion with customer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Sales </a:t>
                      </a:r>
                      <a:endParaRPr kumimoji="0" lang="en-M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Manually status update </a:t>
                      </a:r>
                      <a:endParaRPr lang="en-MY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251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2.8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Samples submission to QA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Technical </a:t>
                      </a:r>
                      <a:endParaRPr kumimoji="0" lang="en-M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05485"/>
                  </a:ext>
                </a:extLst>
              </a:tr>
              <a:tr h="304004">
                <a:tc>
                  <a:txBody>
                    <a:bodyPr/>
                    <a:lstStyle/>
                    <a:p>
                      <a:r>
                        <a:rPr lang="en-US" dirty="0"/>
                        <a:t>2.9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FAI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QA</a:t>
                      </a:r>
                      <a:endParaRPr kumimoji="0" lang="en-M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Excel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174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2.10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Samples submission to customer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Sales </a:t>
                      </a:r>
                      <a:endParaRPr kumimoji="0" lang="en-M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Manually status update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841981"/>
                  </a:ext>
                </a:extLst>
              </a:tr>
              <a:tr h="304004">
                <a:tc>
                  <a:txBody>
                    <a:bodyPr/>
                    <a:lstStyle/>
                    <a:p>
                      <a:r>
                        <a:rPr lang="en-US" dirty="0"/>
                        <a:t>2.11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approval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Sales</a:t>
                      </a:r>
                      <a:endParaRPr kumimoji="0" lang="en-M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PDF, Email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865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0048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2673E-AF3F-5927-47DA-A210ABBAE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2227C5-FA53-0B54-C046-9EDD5884FC40}"/>
              </a:ext>
            </a:extLst>
          </p:cNvPr>
          <p:cNvSpPr txBox="1"/>
          <p:nvPr/>
        </p:nvSpPr>
        <p:spPr>
          <a:xfrm>
            <a:off x="351583" y="361861"/>
            <a:ext cx="86826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3.0 New machine purchase (if necessary)</a:t>
            </a:r>
            <a:endParaRPr lang="en-MY" sz="4000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3E7FB5A-F2B6-D814-B531-578C82C0A6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9990443"/>
              </p:ext>
            </p:extLst>
          </p:nvPr>
        </p:nvGraphicFramePr>
        <p:xfrm>
          <a:off x="3667469" y="1137747"/>
          <a:ext cx="8128000" cy="11259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A65A540-5C68-42F2-6CAD-56DB6F7D6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149338"/>
              </p:ext>
            </p:extLst>
          </p:nvPr>
        </p:nvGraphicFramePr>
        <p:xfrm>
          <a:off x="453183" y="2719993"/>
          <a:ext cx="10898609" cy="236109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74009">
                  <a:extLst>
                    <a:ext uri="{9D8B030D-6E8A-4147-A177-3AD203B41FA5}">
                      <a16:colId xmlns:a16="http://schemas.microsoft.com/office/drawing/2014/main" val="681907030"/>
                    </a:ext>
                  </a:extLst>
                </a:gridCol>
                <a:gridCol w="3285959">
                  <a:extLst>
                    <a:ext uri="{9D8B030D-6E8A-4147-A177-3AD203B41FA5}">
                      <a16:colId xmlns:a16="http://schemas.microsoft.com/office/drawing/2014/main" val="3544244935"/>
                    </a:ext>
                  </a:extLst>
                </a:gridCol>
                <a:gridCol w="1492089">
                  <a:extLst>
                    <a:ext uri="{9D8B030D-6E8A-4147-A177-3AD203B41FA5}">
                      <a16:colId xmlns:a16="http://schemas.microsoft.com/office/drawing/2014/main" val="961337976"/>
                    </a:ext>
                  </a:extLst>
                </a:gridCol>
                <a:gridCol w="1380061">
                  <a:extLst>
                    <a:ext uri="{9D8B030D-6E8A-4147-A177-3AD203B41FA5}">
                      <a16:colId xmlns:a16="http://schemas.microsoft.com/office/drawing/2014/main" val="225223407"/>
                    </a:ext>
                  </a:extLst>
                </a:gridCol>
                <a:gridCol w="1392259">
                  <a:extLst>
                    <a:ext uri="{9D8B030D-6E8A-4147-A177-3AD203B41FA5}">
                      <a16:colId xmlns:a16="http://schemas.microsoft.com/office/drawing/2014/main" val="1295182261"/>
                    </a:ext>
                  </a:extLst>
                </a:gridCol>
                <a:gridCol w="2674232">
                  <a:extLst>
                    <a:ext uri="{9D8B030D-6E8A-4147-A177-3AD203B41FA5}">
                      <a16:colId xmlns:a16="http://schemas.microsoft.com/office/drawing/2014/main" val="229864393"/>
                    </a:ext>
                  </a:extLst>
                </a:gridCol>
              </a:tblGrid>
              <a:tr h="300945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Task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PIC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Lead 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Link? 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Document format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926578"/>
                  </a:ext>
                </a:extLst>
              </a:tr>
              <a:tr h="495415">
                <a:tc>
                  <a:txBody>
                    <a:bodyPr/>
                    <a:lstStyle/>
                    <a:p>
                      <a:r>
                        <a:rPr lang="en-US" dirty="0"/>
                        <a:t>3.1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Machine fabrication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Technical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Manually status update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847880"/>
                  </a:ext>
                </a:extLst>
              </a:tr>
              <a:tr h="429922">
                <a:tc>
                  <a:txBody>
                    <a:bodyPr/>
                    <a:lstStyle/>
                    <a:p>
                      <a:r>
                        <a:rPr lang="en-US" dirty="0"/>
                        <a:t>3.2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Packing of machine &amp; </a:t>
                      </a:r>
                      <a:r>
                        <a:rPr lang="en-US" dirty="0" err="1"/>
                        <a:t>mould</a:t>
                      </a:r>
                      <a:r>
                        <a:rPr lang="en-US" dirty="0"/>
                        <a:t>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Technical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262606"/>
                  </a:ext>
                </a:extLst>
              </a:tr>
              <a:tr h="429922">
                <a:tc>
                  <a:txBody>
                    <a:bodyPr/>
                    <a:lstStyle/>
                    <a:p>
                      <a:r>
                        <a:rPr lang="en-US" dirty="0"/>
                        <a:t>3.3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Machine delivery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Technical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914720"/>
                  </a:ext>
                </a:extLst>
              </a:tr>
              <a:tr h="429922">
                <a:tc>
                  <a:txBody>
                    <a:bodyPr/>
                    <a:lstStyle/>
                    <a:p>
                      <a:r>
                        <a:rPr lang="en-US" dirty="0"/>
                        <a:t>3.4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Machine installation, test and commissioning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Technical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173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9925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724F2-8D64-40A0-D6C0-6E4017C6F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EB0D72-191D-96F3-392D-0F564D04C2D7}"/>
              </a:ext>
            </a:extLst>
          </p:cNvPr>
          <p:cNvSpPr txBox="1"/>
          <p:nvPr/>
        </p:nvSpPr>
        <p:spPr>
          <a:xfrm>
            <a:off x="351583" y="361861"/>
            <a:ext cx="70471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4.0 Production </a:t>
            </a:r>
            <a:r>
              <a:rPr lang="en-US" sz="4000" dirty="0" err="1"/>
              <a:t>mould</a:t>
            </a:r>
            <a:r>
              <a:rPr lang="en-US" sz="4000" dirty="0"/>
              <a:t> fabrication</a:t>
            </a:r>
            <a:endParaRPr lang="en-MY" sz="4000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7761C70-D92C-3B53-1E68-AEE2D79543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5722336"/>
              </p:ext>
            </p:extLst>
          </p:nvPr>
        </p:nvGraphicFramePr>
        <p:xfrm>
          <a:off x="3616669" y="1069747"/>
          <a:ext cx="8128000" cy="11259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989F45-4DC3-9887-35A2-EC3DE1C4A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114873"/>
              </p:ext>
            </p:extLst>
          </p:nvPr>
        </p:nvGraphicFramePr>
        <p:xfrm>
          <a:off x="351583" y="2342739"/>
          <a:ext cx="11558186" cy="43891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14800">
                  <a:extLst>
                    <a:ext uri="{9D8B030D-6E8A-4147-A177-3AD203B41FA5}">
                      <a16:colId xmlns:a16="http://schemas.microsoft.com/office/drawing/2014/main" val="681907030"/>
                    </a:ext>
                  </a:extLst>
                </a:gridCol>
                <a:gridCol w="3658017">
                  <a:extLst>
                    <a:ext uri="{9D8B030D-6E8A-4147-A177-3AD203B41FA5}">
                      <a16:colId xmlns:a16="http://schemas.microsoft.com/office/drawing/2014/main" val="3544244935"/>
                    </a:ext>
                  </a:extLst>
                </a:gridCol>
                <a:gridCol w="1409195">
                  <a:extLst>
                    <a:ext uri="{9D8B030D-6E8A-4147-A177-3AD203B41FA5}">
                      <a16:colId xmlns:a16="http://schemas.microsoft.com/office/drawing/2014/main" val="961337976"/>
                    </a:ext>
                  </a:extLst>
                </a:gridCol>
                <a:gridCol w="1270505">
                  <a:extLst>
                    <a:ext uri="{9D8B030D-6E8A-4147-A177-3AD203B41FA5}">
                      <a16:colId xmlns:a16="http://schemas.microsoft.com/office/drawing/2014/main" val="22522340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295182261"/>
                    </a:ext>
                  </a:extLst>
                </a:gridCol>
                <a:gridCol w="3438869">
                  <a:extLst>
                    <a:ext uri="{9D8B030D-6E8A-4147-A177-3AD203B41FA5}">
                      <a16:colId xmlns:a16="http://schemas.microsoft.com/office/drawing/2014/main" val="229864393"/>
                    </a:ext>
                  </a:extLst>
                </a:gridCol>
              </a:tblGrid>
              <a:tr h="304004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Task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PIC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Lead 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Link? 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Document format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926578"/>
                  </a:ext>
                </a:extLst>
              </a:tr>
              <a:tr h="160177">
                <a:tc>
                  <a:txBody>
                    <a:bodyPr/>
                    <a:lstStyle/>
                    <a:p>
                      <a:r>
                        <a:rPr lang="en-US" dirty="0"/>
                        <a:t>4.1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MP </a:t>
                      </a:r>
                      <a:r>
                        <a:rPr lang="en-US" dirty="0" err="1"/>
                        <a:t>mould</a:t>
                      </a:r>
                      <a:r>
                        <a:rPr lang="en-US" dirty="0"/>
                        <a:t> fabrication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Technical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Manually status update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847880"/>
                  </a:ext>
                </a:extLst>
              </a:tr>
              <a:tr h="225069"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Mould</a:t>
                      </a:r>
                      <a:r>
                        <a:rPr lang="en-US" dirty="0"/>
                        <a:t> trial + samples shipment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Technical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262606"/>
                  </a:ext>
                </a:extLst>
              </a:tr>
              <a:tr h="304004">
                <a:tc>
                  <a:txBody>
                    <a:bodyPr/>
                    <a:lstStyle/>
                    <a:p>
                      <a:r>
                        <a:rPr lang="en-US" dirty="0"/>
                        <a:t>4.3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Trial sample verification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Technical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Excel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914720"/>
                  </a:ext>
                </a:extLst>
              </a:tr>
              <a:tr h="320197">
                <a:tc>
                  <a:txBody>
                    <a:bodyPr/>
                    <a:lstStyle/>
                    <a:p>
                      <a:r>
                        <a:rPr lang="en-US" dirty="0"/>
                        <a:t>4.4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Mold modification (if any)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Technical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Manually status update </a:t>
                      </a:r>
                      <a:endParaRPr lang="en-MY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173585"/>
                  </a:ext>
                </a:extLst>
              </a:tr>
              <a:tr h="348137"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Mould</a:t>
                      </a:r>
                      <a:r>
                        <a:rPr lang="en-US" dirty="0"/>
                        <a:t> trial + samples shipment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Technical </a:t>
                      </a:r>
                      <a:endParaRPr kumimoji="0" lang="en-M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717349"/>
                  </a:ext>
                </a:extLst>
              </a:tr>
              <a:tr h="304004">
                <a:tc>
                  <a:txBody>
                    <a:bodyPr/>
                    <a:lstStyle/>
                    <a:p>
                      <a:r>
                        <a:rPr lang="en-US" dirty="0"/>
                        <a:t>4.6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Trial sample verification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Technical </a:t>
                      </a:r>
                      <a:endParaRPr kumimoji="0" lang="en-M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Excel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043583"/>
                  </a:ext>
                </a:extLst>
              </a:tr>
              <a:tr h="277017">
                <a:tc>
                  <a:txBody>
                    <a:bodyPr/>
                    <a:lstStyle/>
                    <a:p>
                      <a:r>
                        <a:rPr lang="en-US" dirty="0"/>
                        <a:t>4.7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Discussion with customer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Sales </a:t>
                      </a:r>
                      <a:endParaRPr kumimoji="0" lang="en-M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Manually status update </a:t>
                      </a:r>
                      <a:endParaRPr lang="en-MY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251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4.8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Samples submission to QA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Technical </a:t>
                      </a:r>
                      <a:endParaRPr kumimoji="0" lang="en-M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05485"/>
                  </a:ext>
                </a:extLst>
              </a:tr>
              <a:tr h="304004">
                <a:tc>
                  <a:txBody>
                    <a:bodyPr/>
                    <a:lstStyle/>
                    <a:p>
                      <a:r>
                        <a:rPr lang="en-US" dirty="0"/>
                        <a:t>4.9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FAI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QA</a:t>
                      </a:r>
                      <a:endParaRPr kumimoji="0" lang="en-M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Excel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174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4.10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Samples submission to customer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Sales </a:t>
                      </a:r>
                      <a:endParaRPr kumimoji="0" lang="en-M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Manually status update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841981"/>
                  </a:ext>
                </a:extLst>
              </a:tr>
              <a:tr h="304004">
                <a:tc>
                  <a:txBody>
                    <a:bodyPr/>
                    <a:lstStyle/>
                    <a:p>
                      <a:r>
                        <a:rPr lang="en-US" dirty="0"/>
                        <a:t>4.11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approval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Sales</a:t>
                      </a:r>
                      <a:endParaRPr kumimoji="0" lang="en-M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PDF, Email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865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89753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EE9C0-8E57-7CD8-AFE2-453487175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3BF695-4188-C4BC-9476-9243023CFDBD}"/>
              </a:ext>
            </a:extLst>
          </p:cNvPr>
          <p:cNvSpPr txBox="1"/>
          <p:nvPr/>
        </p:nvSpPr>
        <p:spPr>
          <a:xfrm>
            <a:off x="351583" y="361861"/>
            <a:ext cx="36298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5.0 Trial run at JJ</a:t>
            </a:r>
            <a:endParaRPr lang="en-MY" sz="4000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6851274-1920-A449-705C-E72D943C25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3562399"/>
              </p:ext>
            </p:extLst>
          </p:nvPr>
        </p:nvGraphicFramePr>
        <p:xfrm>
          <a:off x="3743669" y="1218341"/>
          <a:ext cx="8128000" cy="11259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BF82AE-4A11-55AF-338E-E666D128D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757008"/>
              </p:ext>
            </p:extLst>
          </p:nvPr>
        </p:nvGraphicFramePr>
        <p:xfrm>
          <a:off x="465883" y="2685639"/>
          <a:ext cx="11558186" cy="4023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14800">
                  <a:extLst>
                    <a:ext uri="{9D8B030D-6E8A-4147-A177-3AD203B41FA5}">
                      <a16:colId xmlns:a16="http://schemas.microsoft.com/office/drawing/2014/main" val="681907030"/>
                    </a:ext>
                  </a:extLst>
                </a:gridCol>
                <a:gridCol w="3658017">
                  <a:extLst>
                    <a:ext uri="{9D8B030D-6E8A-4147-A177-3AD203B41FA5}">
                      <a16:colId xmlns:a16="http://schemas.microsoft.com/office/drawing/2014/main" val="3544244935"/>
                    </a:ext>
                  </a:extLst>
                </a:gridCol>
                <a:gridCol w="1409195">
                  <a:extLst>
                    <a:ext uri="{9D8B030D-6E8A-4147-A177-3AD203B41FA5}">
                      <a16:colId xmlns:a16="http://schemas.microsoft.com/office/drawing/2014/main" val="961337976"/>
                    </a:ext>
                  </a:extLst>
                </a:gridCol>
                <a:gridCol w="1270505">
                  <a:extLst>
                    <a:ext uri="{9D8B030D-6E8A-4147-A177-3AD203B41FA5}">
                      <a16:colId xmlns:a16="http://schemas.microsoft.com/office/drawing/2014/main" val="22522340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295182261"/>
                    </a:ext>
                  </a:extLst>
                </a:gridCol>
                <a:gridCol w="3438869">
                  <a:extLst>
                    <a:ext uri="{9D8B030D-6E8A-4147-A177-3AD203B41FA5}">
                      <a16:colId xmlns:a16="http://schemas.microsoft.com/office/drawing/2014/main" val="229864393"/>
                    </a:ext>
                  </a:extLst>
                </a:gridCol>
              </a:tblGrid>
              <a:tr h="304004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Task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PIC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Lead 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Link? 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Document format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926578"/>
                  </a:ext>
                </a:extLst>
              </a:tr>
              <a:tr h="160177">
                <a:tc>
                  <a:txBody>
                    <a:bodyPr/>
                    <a:lstStyle/>
                    <a:p>
                      <a:r>
                        <a:rPr lang="en-US" dirty="0"/>
                        <a:t>5.1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Planning for trial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Excel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847880"/>
                  </a:ext>
                </a:extLst>
              </a:tr>
              <a:tr h="225069">
                <a:tc>
                  <a:txBody>
                    <a:bodyPr/>
                    <a:lstStyle/>
                    <a:p>
                      <a:r>
                        <a:rPr lang="en-US" dirty="0"/>
                        <a:t>5.2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Mould</a:t>
                      </a:r>
                      <a:r>
                        <a:rPr lang="en-US" dirty="0"/>
                        <a:t> trial, T0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Manually status update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262606"/>
                  </a:ext>
                </a:extLst>
              </a:tr>
              <a:tr h="304004">
                <a:tc>
                  <a:txBody>
                    <a:bodyPr/>
                    <a:lstStyle/>
                    <a:p>
                      <a:r>
                        <a:rPr lang="en-US" dirty="0"/>
                        <a:t>5.3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Trial sample verification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Technical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Excel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914720"/>
                  </a:ext>
                </a:extLst>
              </a:tr>
              <a:tr h="320197">
                <a:tc>
                  <a:txBody>
                    <a:bodyPr/>
                    <a:lstStyle/>
                    <a:p>
                      <a:r>
                        <a:rPr lang="en-US" dirty="0"/>
                        <a:t>5.4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Mold modification (if any)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Technical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Manually status update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173585"/>
                  </a:ext>
                </a:extLst>
              </a:tr>
              <a:tr h="348137">
                <a:tc>
                  <a:txBody>
                    <a:bodyPr/>
                    <a:lstStyle/>
                    <a:p>
                      <a:r>
                        <a:rPr lang="en-US" dirty="0"/>
                        <a:t>5.5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Mould</a:t>
                      </a:r>
                      <a:r>
                        <a:rPr lang="en-US" dirty="0"/>
                        <a:t> trial, T1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Technical </a:t>
                      </a:r>
                      <a:endParaRPr kumimoji="0" lang="en-M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717349"/>
                  </a:ext>
                </a:extLst>
              </a:tr>
              <a:tr h="304004">
                <a:tc>
                  <a:txBody>
                    <a:bodyPr/>
                    <a:lstStyle/>
                    <a:p>
                      <a:r>
                        <a:rPr lang="en-US" dirty="0"/>
                        <a:t>5.6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Blue Card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Technical </a:t>
                      </a:r>
                      <a:endParaRPr kumimoji="0" lang="en-M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Excel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635515"/>
                  </a:ext>
                </a:extLst>
              </a:tr>
              <a:tr h="304004">
                <a:tc>
                  <a:txBody>
                    <a:bodyPr/>
                    <a:lstStyle/>
                    <a:p>
                      <a:r>
                        <a:rPr lang="en-US" dirty="0"/>
                        <a:t>5.7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Trial sample verification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Technical </a:t>
                      </a:r>
                      <a:endParaRPr kumimoji="0" lang="en-M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Excel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043583"/>
                  </a:ext>
                </a:extLst>
              </a:tr>
              <a:tr h="277017">
                <a:tc>
                  <a:txBody>
                    <a:bodyPr/>
                    <a:lstStyle/>
                    <a:p>
                      <a:r>
                        <a:rPr lang="en-US" dirty="0"/>
                        <a:t>5.8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FAI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QA </a:t>
                      </a:r>
                      <a:endParaRPr kumimoji="0" lang="en-M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Excel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251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5.9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Samples submission to customer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Sales</a:t>
                      </a:r>
                      <a:endParaRPr kumimoji="0" lang="en-M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Manually status update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05485"/>
                  </a:ext>
                </a:extLst>
              </a:tr>
              <a:tr h="304004">
                <a:tc>
                  <a:txBody>
                    <a:bodyPr/>
                    <a:lstStyle/>
                    <a:p>
                      <a:r>
                        <a:rPr lang="en-US" dirty="0"/>
                        <a:t>5.10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approval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Sales</a:t>
                      </a:r>
                      <a:endParaRPr kumimoji="0" lang="en-M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Excel, Email, PDF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174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0034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C66E825-AE74-7DA9-B20E-750998736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F9092E-82B5-76D2-15F0-AF5D3B756ADF}"/>
              </a:ext>
            </a:extLst>
          </p:cNvPr>
          <p:cNvSpPr txBox="1"/>
          <p:nvPr/>
        </p:nvSpPr>
        <p:spPr>
          <a:xfrm>
            <a:off x="351583" y="361861"/>
            <a:ext cx="51187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Documents / Records</a:t>
            </a:r>
            <a:endParaRPr lang="en-MY" sz="40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9444C65-F68E-FEDA-A450-F3D673B9CB61}"/>
              </a:ext>
            </a:extLst>
          </p:cNvPr>
          <p:cNvGraphicFramePr>
            <a:graphicFrameLocks noGrp="1"/>
          </p:cNvGraphicFramePr>
          <p:nvPr/>
        </p:nvGraphicFramePr>
        <p:xfrm>
          <a:off x="458734" y="1298430"/>
          <a:ext cx="9934945" cy="4655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39057">
                  <a:extLst>
                    <a:ext uri="{9D8B030D-6E8A-4147-A177-3AD203B41FA5}">
                      <a16:colId xmlns:a16="http://schemas.microsoft.com/office/drawing/2014/main" val="681907030"/>
                    </a:ext>
                  </a:extLst>
                </a:gridCol>
                <a:gridCol w="4228416">
                  <a:extLst>
                    <a:ext uri="{9D8B030D-6E8A-4147-A177-3AD203B41FA5}">
                      <a16:colId xmlns:a16="http://schemas.microsoft.com/office/drawing/2014/main" val="3544244935"/>
                    </a:ext>
                  </a:extLst>
                </a:gridCol>
                <a:gridCol w="2483736">
                  <a:extLst>
                    <a:ext uri="{9D8B030D-6E8A-4147-A177-3AD203B41FA5}">
                      <a16:colId xmlns:a16="http://schemas.microsoft.com/office/drawing/2014/main" val="961337976"/>
                    </a:ext>
                  </a:extLst>
                </a:gridCol>
                <a:gridCol w="2483736">
                  <a:extLst>
                    <a:ext uri="{9D8B030D-6E8A-4147-A177-3AD203B41FA5}">
                      <a16:colId xmlns:a16="http://schemas.microsoft.com/office/drawing/2014/main" val="3801722825"/>
                    </a:ext>
                  </a:extLst>
                </a:gridCol>
              </a:tblGrid>
              <a:tr h="401576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Task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Responsibility PIC  to upload/ update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Document format</a:t>
                      </a:r>
                      <a:endParaRPr lang="en-MY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926578"/>
                  </a:ext>
                </a:extLst>
              </a:tr>
              <a:tr h="401576">
                <a:tc>
                  <a:txBody>
                    <a:bodyPr/>
                    <a:lstStyle/>
                    <a:p>
                      <a:r>
                        <a:rPr lang="en-US" dirty="0"/>
                        <a:t>6.1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Sales Enquiry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Sales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2847880"/>
                  </a:ext>
                </a:extLst>
              </a:tr>
              <a:tr h="401576">
                <a:tc>
                  <a:txBody>
                    <a:bodyPr/>
                    <a:lstStyle/>
                    <a:p>
                      <a:r>
                        <a:rPr lang="en-US" dirty="0"/>
                        <a:t>6.2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Proposal Drawing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Technical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6816956"/>
                  </a:ext>
                </a:extLst>
              </a:tr>
              <a:tr h="401576">
                <a:tc>
                  <a:txBody>
                    <a:bodyPr/>
                    <a:lstStyle/>
                    <a:p>
                      <a:r>
                        <a:rPr lang="en-US" dirty="0"/>
                        <a:t>6.3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Functional Test Requirement (if required)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Sales/ Technical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8262606"/>
                  </a:ext>
                </a:extLst>
              </a:tr>
              <a:tr h="401576">
                <a:tc>
                  <a:txBody>
                    <a:bodyPr/>
                    <a:lstStyle/>
                    <a:p>
                      <a:r>
                        <a:rPr lang="en-US" dirty="0"/>
                        <a:t>6.4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Mold cost comparison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Technical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3934015"/>
                  </a:ext>
                </a:extLst>
              </a:tr>
              <a:tr h="401576">
                <a:tc>
                  <a:txBody>
                    <a:bodyPr/>
                    <a:lstStyle/>
                    <a:p>
                      <a:r>
                        <a:rPr lang="en-US" dirty="0"/>
                        <a:t>6.5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Customer approval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Sales 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39225"/>
                  </a:ext>
                </a:extLst>
              </a:tr>
              <a:tr h="401576">
                <a:tc>
                  <a:txBody>
                    <a:bodyPr/>
                    <a:lstStyle/>
                    <a:p>
                      <a:r>
                        <a:rPr lang="en-US" dirty="0"/>
                        <a:t>6.6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Blue Card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Technical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656327"/>
                  </a:ext>
                </a:extLst>
              </a:tr>
              <a:tr h="401576">
                <a:tc>
                  <a:txBody>
                    <a:bodyPr/>
                    <a:lstStyle/>
                    <a:p>
                      <a:r>
                        <a:rPr lang="en-US" dirty="0"/>
                        <a:t>6.7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Packing format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Production</a:t>
                      </a:r>
                      <a:endParaRPr kumimoji="0" lang="en-M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4580339"/>
                  </a:ext>
                </a:extLst>
              </a:tr>
              <a:tr h="401576">
                <a:tc>
                  <a:txBody>
                    <a:bodyPr/>
                    <a:lstStyle/>
                    <a:p>
                      <a:r>
                        <a:rPr lang="en-US" dirty="0"/>
                        <a:t>6.8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FAI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QA</a:t>
                      </a:r>
                      <a:endParaRPr kumimoji="0" lang="en-M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7016401"/>
                  </a:ext>
                </a:extLst>
              </a:tr>
              <a:tr h="401576">
                <a:tc>
                  <a:txBody>
                    <a:bodyPr/>
                    <a:lstStyle/>
                    <a:p>
                      <a:r>
                        <a:rPr lang="en-US" dirty="0"/>
                        <a:t>6.9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Material SDS, TDS, FDA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Purchaser</a:t>
                      </a:r>
                      <a:endParaRPr kumimoji="0" lang="en-MY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9237738"/>
                  </a:ext>
                </a:extLst>
              </a:tr>
              <a:tr h="401576">
                <a:tc>
                  <a:txBody>
                    <a:bodyPr/>
                    <a:lstStyle/>
                    <a:p>
                      <a:r>
                        <a:rPr lang="en-US" dirty="0"/>
                        <a:t>6.10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 Drawing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Technical</a:t>
                      </a:r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204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0140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20682</TotalTime>
  <Words>1261</Words>
  <Application>Microsoft Office PowerPoint</Application>
  <PresentationFormat>Widescreen</PresentationFormat>
  <Paragraphs>581</Paragraphs>
  <Slides>21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Enquiry received</vt:lpstr>
      <vt:lpstr>PowerPoint Presentation</vt:lpstr>
      <vt:lpstr>NPI projects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Pui San</dc:creator>
  <cp:lastModifiedBy>Pui San LOW</cp:lastModifiedBy>
  <cp:revision>1157</cp:revision>
  <cp:lastPrinted>2021-04-07T05:44:15Z</cp:lastPrinted>
  <dcterms:created xsi:type="dcterms:W3CDTF">2013-01-02T07:49:25Z</dcterms:created>
  <dcterms:modified xsi:type="dcterms:W3CDTF">2025-11-03T02:19:57Z</dcterms:modified>
</cp:coreProperties>
</file>